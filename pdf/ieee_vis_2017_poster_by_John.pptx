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
  </p:notesMasterIdLst>
  <p:sldIdLst>
    <p:sldId id="256" r:id="rId2"/>
  </p:sldIdLst>
  <p:sldSz cx="30279975" cy="42808525"/>
  <p:notesSz cx="6858000" cy="9525000"/>
  <p:defaultTextStyle>
    <a:defPPr>
      <a:defRPr lang="en-US"/>
    </a:defPPr>
    <a:lvl1pPr marL="0" algn="l" defTabSz="4176431" rtl="0" eaLnBrk="1" latinLnBrk="0" hangingPunct="1">
      <a:defRPr sz="8200" kern="1200">
        <a:solidFill>
          <a:schemeClr val="tx1"/>
        </a:solidFill>
        <a:latin typeface="+mn-lt"/>
        <a:ea typeface="+mn-ea"/>
        <a:cs typeface="+mn-cs"/>
      </a:defRPr>
    </a:lvl1pPr>
    <a:lvl2pPr marL="2088215" algn="l" defTabSz="4176431" rtl="0" eaLnBrk="1" latinLnBrk="0" hangingPunct="1">
      <a:defRPr sz="8200" kern="1200">
        <a:solidFill>
          <a:schemeClr val="tx1"/>
        </a:solidFill>
        <a:latin typeface="+mn-lt"/>
        <a:ea typeface="+mn-ea"/>
        <a:cs typeface="+mn-cs"/>
      </a:defRPr>
    </a:lvl2pPr>
    <a:lvl3pPr marL="4176431" algn="l" defTabSz="4176431" rtl="0" eaLnBrk="1" latinLnBrk="0" hangingPunct="1">
      <a:defRPr sz="8200" kern="1200">
        <a:solidFill>
          <a:schemeClr val="tx1"/>
        </a:solidFill>
        <a:latin typeface="+mn-lt"/>
        <a:ea typeface="+mn-ea"/>
        <a:cs typeface="+mn-cs"/>
      </a:defRPr>
    </a:lvl3pPr>
    <a:lvl4pPr marL="6264646" algn="l" defTabSz="4176431" rtl="0" eaLnBrk="1" latinLnBrk="0" hangingPunct="1">
      <a:defRPr sz="8200" kern="1200">
        <a:solidFill>
          <a:schemeClr val="tx1"/>
        </a:solidFill>
        <a:latin typeface="+mn-lt"/>
        <a:ea typeface="+mn-ea"/>
        <a:cs typeface="+mn-cs"/>
      </a:defRPr>
    </a:lvl4pPr>
    <a:lvl5pPr marL="8352861" algn="l" defTabSz="4176431" rtl="0" eaLnBrk="1" latinLnBrk="0" hangingPunct="1">
      <a:defRPr sz="8200" kern="1200">
        <a:solidFill>
          <a:schemeClr val="tx1"/>
        </a:solidFill>
        <a:latin typeface="+mn-lt"/>
        <a:ea typeface="+mn-ea"/>
        <a:cs typeface="+mn-cs"/>
      </a:defRPr>
    </a:lvl5pPr>
    <a:lvl6pPr marL="10441076" algn="l" defTabSz="4176431" rtl="0" eaLnBrk="1" latinLnBrk="0" hangingPunct="1">
      <a:defRPr sz="8200" kern="1200">
        <a:solidFill>
          <a:schemeClr val="tx1"/>
        </a:solidFill>
        <a:latin typeface="+mn-lt"/>
        <a:ea typeface="+mn-ea"/>
        <a:cs typeface="+mn-cs"/>
      </a:defRPr>
    </a:lvl6pPr>
    <a:lvl7pPr marL="12529292" algn="l" defTabSz="4176431" rtl="0" eaLnBrk="1" latinLnBrk="0" hangingPunct="1">
      <a:defRPr sz="8200" kern="1200">
        <a:solidFill>
          <a:schemeClr val="tx1"/>
        </a:solidFill>
        <a:latin typeface="+mn-lt"/>
        <a:ea typeface="+mn-ea"/>
        <a:cs typeface="+mn-cs"/>
      </a:defRPr>
    </a:lvl7pPr>
    <a:lvl8pPr marL="14617507" algn="l" defTabSz="4176431" rtl="0" eaLnBrk="1" latinLnBrk="0" hangingPunct="1">
      <a:defRPr sz="8200" kern="1200">
        <a:solidFill>
          <a:schemeClr val="tx1"/>
        </a:solidFill>
        <a:latin typeface="+mn-lt"/>
        <a:ea typeface="+mn-ea"/>
        <a:cs typeface="+mn-cs"/>
      </a:defRPr>
    </a:lvl8pPr>
    <a:lvl9pPr marL="16705722" algn="l" defTabSz="4176431" rtl="0" eaLnBrk="1" latinLnBrk="0" hangingPunct="1">
      <a:defRPr sz="82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3483" userDrawn="1">
          <p15:clr>
            <a:srgbClr val="A4A3A4"/>
          </p15:clr>
        </p15:guide>
        <p15:guide id="2" pos="9537"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674BA"/>
    <a:srgbClr val="FFFFFF"/>
    <a:srgbClr val="53565A"/>
    <a:srgbClr val="0E73B9"/>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122" autoAdjust="0"/>
  </p:normalViewPr>
  <p:slideViewPr>
    <p:cSldViewPr>
      <p:cViewPr>
        <p:scale>
          <a:sx n="33" d="100"/>
          <a:sy n="33" d="100"/>
        </p:scale>
        <p:origin x="1704" y="-2454"/>
      </p:cViewPr>
      <p:guideLst>
        <p:guide orient="horz" pos="13483"/>
        <p:guide pos="9537"/>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microsoft.com/office/2016/11/relationships/changesInfo" Target="changesInfos/changesInfo1.xml"/><Relationship Id="rId3" Type="http://schemas.openxmlformats.org/officeDocument/2006/relationships/notesMaster" Target="notesMasters/notesMaster1.xml"/><Relationship Id="rId7"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heme" Target="theme/theme1.xml"/><Relationship Id="rId5" Type="http://schemas.openxmlformats.org/officeDocument/2006/relationships/viewProps" Target="viewProps.xml"/><Relationship Id="rId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hn Dingliana" userId="9751ff342b8103d3" providerId="LiveId" clId="{885A6EBF-0F9B-465C-A89C-7F67F8EF33C6}"/>
    <pc:docChg chg="undo redo custSel addSld delSld modSld modNotesMaster">
      <pc:chgData name="John Dingliana" userId="9751ff342b8103d3" providerId="LiveId" clId="{885A6EBF-0F9B-465C-A89C-7F67F8EF33C6}" dt="2017-09-21T20:02:24.582" v="1635" actId="478"/>
      <pc:docMkLst>
        <pc:docMk/>
      </pc:docMkLst>
      <pc:sldChg chg="addSp delSp modSp">
        <pc:chgData name="John Dingliana" userId="9751ff342b8103d3" providerId="LiveId" clId="{885A6EBF-0F9B-465C-A89C-7F67F8EF33C6}" dt="2017-09-21T20:02:24.582" v="1635" actId="478"/>
        <pc:sldMkLst>
          <pc:docMk/>
          <pc:sldMk cId="541719488" sldId="256"/>
        </pc:sldMkLst>
        <pc:spChg chg="mod">
          <ac:chgData name="John Dingliana" userId="9751ff342b8103d3" providerId="LiveId" clId="{885A6EBF-0F9B-465C-A89C-7F67F8EF33C6}" dt="2017-09-21T19:58:27.173" v="1590" actId="255"/>
          <ac:spMkLst>
            <pc:docMk/>
            <pc:sldMk cId="541719488" sldId="256"/>
            <ac:spMk id="2" creationId="{00000000-0000-0000-0000-000000000000}"/>
          </ac:spMkLst>
        </pc:spChg>
        <pc:spChg chg="mod">
          <ac:chgData name="John Dingliana" userId="9751ff342b8103d3" providerId="LiveId" clId="{885A6EBF-0F9B-465C-A89C-7F67F8EF33C6}" dt="2017-09-21T19:33:26.132" v="833" actId="14100"/>
          <ac:spMkLst>
            <pc:docMk/>
            <pc:sldMk cId="541719488" sldId="256"/>
            <ac:spMk id="3" creationId="{00000000-0000-0000-0000-000000000000}"/>
          </ac:spMkLst>
        </pc:spChg>
        <pc:spChg chg="mod">
          <ac:chgData name="John Dingliana" userId="9751ff342b8103d3" providerId="LiveId" clId="{885A6EBF-0F9B-465C-A89C-7F67F8EF33C6}" dt="2017-09-21T19:31:30.184" v="801" actId="14100"/>
          <ac:spMkLst>
            <pc:docMk/>
            <pc:sldMk cId="541719488" sldId="256"/>
            <ac:spMk id="12" creationId="{00000000-0000-0000-0000-000000000000}"/>
          </ac:spMkLst>
        </pc:spChg>
        <pc:spChg chg="mod">
          <ac:chgData name="John Dingliana" userId="9751ff342b8103d3" providerId="LiveId" clId="{885A6EBF-0F9B-465C-A89C-7F67F8EF33C6}" dt="2017-09-21T19:31:49.590" v="824" actId="1076"/>
          <ac:spMkLst>
            <pc:docMk/>
            <pc:sldMk cId="541719488" sldId="256"/>
            <ac:spMk id="13" creationId="{00000000-0000-0000-0000-000000000000}"/>
          </ac:spMkLst>
        </pc:spChg>
        <pc:spChg chg="mod">
          <ac:chgData name="John Dingliana" userId="9751ff342b8103d3" providerId="LiveId" clId="{885A6EBF-0F9B-465C-A89C-7F67F8EF33C6}" dt="2017-09-21T19:33:33.952" v="834" actId="14100"/>
          <ac:spMkLst>
            <pc:docMk/>
            <pc:sldMk cId="541719488" sldId="256"/>
            <ac:spMk id="16" creationId="{00000000-0000-0000-0000-000000000000}"/>
          </ac:spMkLst>
        </pc:spChg>
        <pc:spChg chg="mod">
          <ac:chgData name="John Dingliana" userId="9751ff342b8103d3" providerId="LiveId" clId="{885A6EBF-0F9B-465C-A89C-7F67F8EF33C6}" dt="2017-09-21T19:36:26.836" v="879" actId="255"/>
          <ac:spMkLst>
            <pc:docMk/>
            <pc:sldMk cId="541719488" sldId="256"/>
            <ac:spMk id="20" creationId="{00000000-0000-0000-0000-000000000000}"/>
          </ac:spMkLst>
        </pc:spChg>
        <pc:spChg chg="mod">
          <ac:chgData name="John Dingliana" userId="9751ff342b8103d3" providerId="LiveId" clId="{885A6EBF-0F9B-465C-A89C-7F67F8EF33C6}" dt="2017-09-21T20:00:23.417" v="1634" actId="313"/>
          <ac:spMkLst>
            <pc:docMk/>
            <pc:sldMk cId="541719488" sldId="256"/>
            <ac:spMk id="23" creationId="{00000000-0000-0000-0000-000000000000}"/>
          </ac:spMkLst>
        </pc:spChg>
        <pc:spChg chg="mod">
          <ac:chgData name="John Dingliana" userId="9751ff342b8103d3" providerId="LiveId" clId="{885A6EBF-0F9B-465C-A89C-7F67F8EF33C6}" dt="2017-09-21T19:41:00.705" v="948" actId="20577"/>
          <ac:spMkLst>
            <pc:docMk/>
            <pc:sldMk cId="541719488" sldId="256"/>
            <ac:spMk id="24" creationId="{00000000-0000-0000-0000-000000000000}"/>
          </ac:spMkLst>
        </pc:spChg>
        <pc:spChg chg="mod">
          <ac:chgData name="John Dingliana" userId="9751ff342b8103d3" providerId="LiveId" clId="{885A6EBF-0F9B-465C-A89C-7F67F8EF33C6}" dt="2017-09-21T19:39:33.259" v="924" actId="20577"/>
          <ac:spMkLst>
            <pc:docMk/>
            <pc:sldMk cId="541719488" sldId="256"/>
            <ac:spMk id="27" creationId="{00000000-0000-0000-0000-000000000000}"/>
          </ac:spMkLst>
        </pc:spChg>
        <pc:spChg chg="del mod">
          <ac:chgData name="John Dingliana" userId="9751ff342b8103d3" providerId="LiveId" clId="{885A6EBF-0F9B-465C-A89C-7F67F8EF33C6}" dt="2017-09-21T19:36:02.186" v="876" actId="478"/>
          <ac:spMkLst>
            <pc:docMk/>
            <pc:sldMk cId="541719488" sldId="256"/>
            <ac:spMk id="30" creationId="{00000000-0000-0000-0000-000000000000}"/>
          </ac:spMkLst>
        </pc:spChg>
        <pc:spChg chg="mod">
          <ac:chgData name="John Dingliana" userId="9751ff342b8103d3" providerId="LiveId" clId="{885A6EBF-0F9B-465C-A89C-7F67F8EF33C6}" dt="2017-09-21T19:36:31.678" v="880" actId="14100"/>
          <ac:spMkLst>
            <pc:docMk/>
            <pc:sldMk cId="541719488" sldId="256"/>
            <ac:spMk id="32" creationId="{00000000-0000-0000-0000-000000000000}"/>
          </ac:spMkLst>
        </pc:spChg>
        <pc:spChg chg="mod">
          <ac:chgData name="John Dingliana" userId="9751ff342b8103d3" providerId="LiveId" clId="{885A6EBF-0F9B-465C-A89C-7F67F8EF33C6}" dt="2017-09-21T19:36:56.081" v="887" actId="1076"/>
          <ac:spMkLst>
            <pc:docMk/>
            <pc:sldMk cId="541719488" sldId="256"/>
            <ac:spMk id="35" creationId="{00000000-0000-0000-0000-000000000000}"/>
          </ac:spMkLst>
        </pc:spChg>
        <pc:spChg chg="mod">
          <ac:chgData name="John Dingliana" userId="9751ff342b8103d3" providerId="LiveId" clId="{885A6EBF-0F9B-465C-A89C-7F67F8EF33C6}" dt="2017-09-21T19:34:57.762" v="852" actId="1076"/>
          <ac:spMkLst>
            <pc:docMk/>
            <pc:sldMk cId="541719488" sldId="256"/>
            <ac:spMk id="42" creationId="{00000000-0000-0000-0000-000000000000}"/>
          </ac:spMkLst>
        </pc:spChg>
        <pc:spChg chg="mod">
          <ac:chgData name="John Dingliana" userId="9751ff342b8103d3" providerId="LiveId" clId="{885A6EBF-0F9B-465C-A89C-7F67F8EF33C6}" dt="2017-09-21T19:59:36.947" v="1613" actId="14100"/>
          <ac:spMkLst>
            <pc:docMk/>
            <pc:sldMk cId="541719488" sldId="256"/>
            <ac:spMk id="43" creationId="{00000000-0000-0000-0000-000000000000}"/>
          </ac:spMkLst>
        </pc:spChg>
        <pc:spChg chg="mod">
          <ac:chgData name="John Dingliana" userId="9751ff342b8103d3" providerId="LiveId" clId="{885A6EBF-0F9B-465C-A89C-7F67F8EF33C6}" dt="2017-09-21T19:36:46.155" v="885" actId="14100"/>
          <ac:spMkLst>
            <pc:docMk/>
            <pc:sldMk cId="541719488" sldId="256"/>
            <ac:spMk id="56" creationId="{00000000-0000-0000-0000-000000000000}"/>
          </ac:spMkLst>
        </pc:spChg>
        <pc:spChg chg="mod">
          <ac:chgData name="John Dingliana" userId="9751ff342b8103d3" providerId="LiveId" clId="{885A6EBF-0F9B-465C-A89C-7F67F8EF33C6}" dt="2017-09-21T19:33:47.845" v="847" actId="20577"/>
          <ac:spMkLst>
            <pc:docMk/>
            <pc:sldMk cId="541719488" sldId="256"/>
            <ac:spMk id="60" creationId="{00000000-0000-0000-0000-000000000000}"/>
          </ac:spMkLst>
        </pc:spChg>
        <pc:spChg chg="mod">
          <ac:chgData name="John Dingliana" userId="9751ff342b8103d3" providerId="LiveId" clId="{885A6EBF-0F9B-465C-A89C-7F67F8EF33C6}" dt="2017-09-21T19:37:23.397" v="890" actId="14100"/>
          <ac:spMkLst>
            <pc:docMk/>
            <pc:sldMk cId="541719488" sldId="256"/>
            <ac:spMk id="63" creationId="{00000000-0000-0000-0000-000000000000}"/>
          </ac:spMkLst>
        </pc:spChg>
        <pc:spChg chg="mod">
          <ac:chgData name="John Dingliana" userId="9751ff342b8103d3" providerId="LiveId" clId="{885A6EBF-0F9B-465C-A89C-7F67F8EF33C6}" dt="2017-09-21T19:58:53.021" v="1604" actId="1076"/>
          <ac:spMkLst>
            <pc:docMk/>
            <pc:sldMk cId="541719488" sldId="256"/>
            <ac:spMk id="85" creationId="{00000000-0000-0000-0000-000000000000}"/>
          </ac:spMkLst>
        </pc:spChg>
        <pc:spChg chg="mod">
          <ac:chgData name="John Dingliana" userId="9751ff342b8103d3" providerId="LiveId" clId="{885A6EBF-0F9B-465C-A89C-7F67F8EF33C6}" dt="2017-09-21T19:56:46.564" v="1531" actId="20577"/>
          <ac:spMkLst>
            <pc:docMk/>
            <pc:sldMk cId="541719488" sldId="256"/>
            <ac:spMk id="86" creationId="{00000000-0000-0000-0000-000000000000}"/>
          </ac:spMkLst>
        </pc:spChg>
        <pc:spChg chg="mod">
          <ac:chgData name="John Dingliana" userId="9751ff342b8103d3" providerId="LiveId" clId="{885A6EBF-0F9B-465C-A89C-7F67F8EF33C6}" dt="2017-09-21T20:00:00.505" v="1633" actId="404"/>
          <ac:spMkLst>
            <pc:docMk/>
            <pc:sldMk cId="541719488" sldId="256"/>
            <ac:spMk id="103" creationId="{00000000-0000-0000-0000-000000000000}"/>
          </ac:spMkLst>
        </pc:spChg>
        <pc:grpChg chg="mod">
          <ac:chgData name="John Dingliana" userId="9751ff342b8103d3" providerId="LiveId" clId="{885A6EBF-0F9B-465C-A89C-7F67F8EF33C6}" dt="2017-09-21T19:18:51.136" v="545" actId="14100"/>
          <ac:grpSpMkLst>
            <pc:docMk/>
            <pc:sldMk cId="541719488" sldId="256"/>
            <ac:grpSpMk id="9" creationId="{00000000-0000-0000-0000-000000000000}"/>
          </ac:grpSpMkLst>
        </pc:grpChg>
        <pc:grpChg chg="mod">
          <ac:chgData name="John Dingliana" userId="9751ff342b8103d3" providerId="LiveId" clId="{885A6EBF-0F9B-465C-A89C-7F67F8EF33C6}" dt="2017-09-21T19:58:31.680" v="1596" actId="1035"/>
          <ac:grpSpMkLst>
            <pc:docMk/>
            <pc:sldMk cId="541719488" sldId="256"/>
            <ac:grpSpMk id="10" creationId="{00000000-0000-0000-0000-000000000000}"/>
          </ac:grpSpMkLst>
        </pc:grpChg>
        <pc:grpChg chg="mod">
          <ac:chgData name="John Dingliana" userId="9751ff342b8103d3" providerId="LiveId" clId="{885A6EBF-0F9B-465C-A89C-7F67F8EF33C6}" dt="2017-09-21T19:30:52.512" v="774" actId="1076"/>
          <ac:grpSpMkLst>
            <pc:docMk/>
            <pc:sldMk cId="541719488" sldId="256"/>
            <ac:grpSpMk id="11" creationId="{00000000-0000-0000-0000-000000000000}"/>
          </ac:grpSpMkLst>
        </pc:grpChg>
        <pc:grpChg chg="mod">
          <ac:chgData name="John Dingliana" userId="9751ff342b8103d3" providerId="LiveId" clId="{885A6EBF-0F9B-465C-A89C-7F67F8EF33C6}" dt="2017-09-21T19:58:59.515" v="1605" actId="1076"/>
          <ac:grpSpMkLst>
            <pc:docMk/>
            <pc:sldMk cId="541719488" sldId="256"/>
            <ac:grpSpMk id="17" creationId="{00000000-0000-0000-0000-000000000000}"/>
          </ac:grpSpMkLst>
        </pc:grpChg>
        <pc:grpChg chg="mod">
          <ac:chgData name="John Dingliana" userId="9751ff342b8103d3" providerId="LiveId" clId="{885A6EBF-0F9B-465C-A89C-7F67F8EF33C6}" dt="2017-09-21T19:32:11.952" v="828" actId="1076"/>
          <ac:grpSpMkLst>
            <pc:docMk/>
            <pc:sldMk cId="541719488" sldId="256"/>
            <ac:grpSpMk id="18" creationId="{00000000-0000-0000-0000-000000000000}"/>
          </ac:grpSpMkLst>
        </pc:grpChg>
        <pc:grpChg chg="mod">
          <ac:chgData name="John Dingliana" userId="9751ff342b8103d3" providerId="LiveId" clId="{885A6EBF-0F9B-465C-A89C-7F67F8EF33C6}" dt="2017-09-21T19:59:16.808" v="1610" actId="1076"/>
          <ac:grpSpMkLst>
            <pc:docMk/>
            <pc:sldMk cId="541719488" sldId="256"/>
            <ac:grpSpMk id="21" creationId="{00000000-0000-0000-0000-000000000000}"/>
          </ac:grpSpMkLst>
        </pc:grpChg>
        <pc:grpChg chg="add del mod">
          <ac:chgData name="John Dingliana" userId="9751ff342b8103d3" providerId="LiveId" clId="{885A6EBF-0F9B-465C-A89C-7F67F8EF33C6}" dt="2017-09-21T19:59:02.593" v="1606" actId="1076"/>
          <ac:grpSpMkLst>
            <pc:docMk/>
            <pc:sldMk cId="541719488" sldId="256"/>
            <ac:grpSpMk id="33" creationId="{00000000-0000-0000-0000-000000000000}"/>
          </ac:grpSpMkLst>
        </pc:grpChg>
        <pc:grpChg chg="mod">
          <ac:chgData name="John Dingliana" userId="9751ff342b8103d3" providerId="LiveId" clId="{885A6EBF-0F9B-465C-A89C-7F67F8EF33C6}" dt="2017-09-21T19:59:28.275" v="1612" actId="1076"/>
          <ac:grpSpMkLst>
            <pc:docMk/>
            <pc:sldMk cId="541719488" sldId="256"/>
            <ac:grpSpMk id="57" creationId="{00000000-0000-0000-0000-000000000000}"/>
          </ac:grpSpMkLst>
        </pc:grpChg>
        <pc:grpChg chg="mod">
          <ac:chgData name="John Dingliana" userId="9751ff342b8103d3" providerId="LiveId" clId="{885A6EBF-0F9B-465C-A89C-7F67F8EF33C6}" dt="2017-09-21T19:59:13.640" v="1608" actId="1076"/>
          <ac:grpSpMkLst>
            <pc:docMk/>
            <pc:sldMk cId="541719488" sldId="256"/>
            <ac:grpSpMk id="58" creationId="{00000000-0000-0000-0000-000000000000}"/>
          </ac:grpSpMkLst>
        </pc:grpChg>
        <pc:grpChg chg="mod">
          <ac:chgData name="John Dingliana" userId="9751ff342b8103d3" providerId="LiveId" clId="{885A6EBF-0F9B-465C-A89C-7F67F8EF33C6}" dt="2017-09-21T19:59:20.871" v="1611" actId="1076"/>
          <ac:grpSpMkLst>
            <pc:docMk/>
            <pc:sldMk cId="541719488" sldId="256"/>
            <ac:grpSpMk id="65" creationId="{00000000-0000-0000-0000-000000000000}"/>
          </ac:grpSpMkLst>
        </pc:grpChg>
        <pc:grpChg chg="add del mod">
          <ac:chgData name="John Dingliana" userId="9751ff342b8103d3" providerId="LiveId" clId="{885A6EBF-0F9B-465C-A89C-7F67F8EF33C6}" dt="2017-09-21T20:02:24.582" v="1635" actId="478"/>
          <ac:grpSpMkLst>
            <pc:docMk/>
            <pc:sldMk cId="541719488" sldId="256"/>
            <ac:grpSpMk id="78" creationId="{87A744C6-3DBB-4033-9D6B-25D07A82822A}"/>
          </ac:grpSpMkLst>
        </pc:grpChg>
        <pc:grpChg chg="mod">
          <ac:chgData name="John Dingliana" userId="9751ff342b8103d3" providerId="LiveId" clId="{885A6EBF-0F9B-465C-A89C-7F67F8EF33C6}" dt="2017-09-21T19:58:45.687" v="1603" actId="1076"/>
          <ac:grpSpMkLst>
            <pc:docMk/>
            <pc:sldMk cId="541719488" sldId="256"/>
            <ac:grpSpMk id="84" creationId="{00000000-0000-0000-0000-000000000000}"/>
          </ac:grpSpMkLst>
        </pc:grpChg>
        <pc:grpChg chg="mod">
          <ac:chgData name="John Dingliana" userId="9751ff342b8103d3" providerId="LiveId" clId="{885A6EBF-0F9B-465C-A89C-7F67F8EF33C6}" dt="2017-09-21T19:59:55.258" v="1615"/>
          <ac:grpSpMkLst>
            <pc:docMk/>
            <pc:sldMk cId="541719488" sldId="256"/>
            <ac:grpSpMk id="101" creationId="{00000000-0000-0000-0000-000000000000}"/>
          </ac:grpSpMkLst>
        </pc:grpChg>
        <pc:picChg chg="mod">
          <ac:chgData name="John Dingliana" userId="9751ff342b8103d3" providerId="LiveId" clId="{885A6EBF-0F9B-465C-A89C-7F67F8EF33C6}" dt="2017-09-21T19:31:14.794" v="780" actId="14100"/>
          <ac:picMkLst>
            <pc:docMk/>
            <pc:sldMk cId="541719488" sldId="256"/>
            <ac:picMk id="34" creationId="{00000000-0000-0000-0000-000000000000}"/>
          </ac:picMkLst>
        </pc:picChg>
        <pc:picChg chg="mod">
          <ac:chgData name="John Dingliana" userId="9751ff342b8103d3" providerId="LiveId" clId="{885A6EBF-0F9B-465C-A89C-7F67F8EF33C6}" dt="2017-09-21T19:31:14.794" v="780" actId="14100"/>
          <ac:picMkLst>
            <pc:docMk/>
            <pc:sldMk cId="541719488" sldId="256"/>
            <ac:picMk id="36" creationId="{00000000-0000-0000-0000-000000000000}"/>
          </ac:picMkLst>
        </pc:picChg>
        <pc:picChg chg="mod">
          <ac:chgData name="John Dingliana" userId="9751ff342b8103d3" providerId="LiveId" clId="{885A6EBF-0F9B-465C-A89C-7F67F8EF33C6}" dt="2017-09-21T19:31:14.794" v="780" actId="14100"/>
          <ac:picMkLst>
            <pc:docMk/>
            <pc:sldMk cId="541719488" sldId="256"/>
            <ac:picMk id="37" creationId="{00000000-0000-0000-0000-000000000000}"/>
          </ac:picMkLst>
        </pc:picChg>
        <pc:picChg chg="mod">
          <ac:chgData name="John Dingliana" userId="9751ff342b8103d3" providerId="LiveId" clId="{885A6EBF-0F9B-465C-A89C-7F67F8EF33C6}" dt="2017-09-21T19:33:36.913" v="835" actId="1076"/>
          <ac:picMkLst>
            <pc:docMk/>
            <pc:sldMk cId="541719488" sldId="256"/>
            <ac:picMk id="38" creationId="{00000000-0000-0000-0000-000000000000}"/>
          </ac:picMkLst>
        </pc:picChg>
      </pc:sldChg>
      <pc:sldChg chg="add del">
        <pc:chgData name="John Dingliana" userId="9751ff342b8103d3" providerId="LiveId" clId="{885A6EBF-0F9B-465C-A89C-7F67F8EF33C6}" dt="2017-09-21T19:39:05.953" v="912"/>
        <pc:sldMkLst>
          <pc:docMk/>
          <pc:sldMk cId="3086987748" sldId="25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77904"/>
          </a:xfrm>
          <a:prstGeom prst="rect">
            <a:avLst/>
          </a:prstGeom>
        </p:spPr>
        <p:txBody>
          <a:bodyPr vert="horz" lIns="91440" tIns="45720" rIns="91440" bIns="45720" rtlCol="0"/>
          <a:lstStyle>
            <a:lvl1pPr algn="l">
              <a:defRPr sz="1200"/>
            </a:lvl1pPr>
          </a:lstStyle>
          <a:p>
            <a:endParaRPr lang="en-IE"/>
          </a:p>
        </p:txBody>
      </p:sp>
      <p:sp>
        <p:nvSpPr>
          <p:cNvPr id="3" name="Date Placeholder 2"/>
          <p:cNvSpPr>
            <a:spLocks noGrp="1"/>
          </p:cNvSpPr>
          <p:nvPr>
            <p:ph type="dt" idx="1"/>
          </p:nvPr>
        </p:nvSpPr>
        <p:spPr>
          <a:xfrm>
            <a:off x="3884613" y="0"/>
            <a:ext cx="2971800" cy="477904"/>
          </a:xfrm>
          <a:prstGeom prst="rect">
            <a:avLst/>
          </a:prstGeom>
        </p:spPr>
        <p:txBody>
          <a:bodyPr vert="horz" lIns="91440" tIns="45720" rIns="91440" bIns="45720" rtlCol="0"/>
          <a:lstStyle>
            <a:lvl1pPr algn="r">
              <a:defRPr sz="1200"/>
            </a:lvl1pPr>
          </a:lstStyle>
          <a:p>
            <a:fld id="{C4413118-F5A3-4704-9A91-4897A3727A68}" type="datetimeFigureOut">
              <a:rPr lang="en-IE" smtClean="0"/>
              <a:t>21/09/2017</a:t>
            </a:fld>
            <a:endParaRPr lang="en-IE"/>
          </a:p>
        </p:txBody>
      </p:sp>
      <p:sp>
        <p:nvSpPr>
          <p:cNvPr id="4" name="Slide Image Placeholder 3"/>
          <p:cNvSpPr>
            <a:spLocks noGrp="1" noRot="1" noChangeAspect="1"/>
          </p:cNvSpPr>
          <p:nvPr>
            <p:ph type="sldImg" idx="2"/>
          </p:nvPr>
        </p:nvSpPr>
        <p:spPr>
          <a:xfrm>
            <a:off x="2292350" y="1190625"/>
            <a:ext cx="2273300" cy="3214688"/>
          </a:xfrm>
          <a:prstGeom prst="rect">
            <a:avLst/>
          </a:prstGeom>
          <a:noFill/>
          <a:ln w="12700">
            <a:solidFill>
              <a:prstClr val="black"/>
            </a:solidFill>
          </a:ln>
        </p:spPr>
        <p:txBody>
          <a:bodyPr vert="horz" lIns="91440" tIns="45720" rIns="91440" bIns="45720" rtlCol="0" anchor="ctr"/>
          <a:lstStyle/>
          <a:p>
            <a:endParaRPr lang="en-IE"/>
          </a:p>
        </p:txBody>
      </p:sp>
      <p:sp>
        <p:nvSpPr>
          <p:cNvPr id="5" name="Notes Placeholder 4"/>
          <p:cNvSpPr>
            <a:spLocks noGrp="1"/>
          </p:cNvSpPr>
          <p:nvPr>
            <p:ph type="body" sz="quarter" idx="3"/>
          </p:nvPr>
        </p:nvSpPr>
        <p:spPr>
          <a:xfrm>
            <a:off x="685800" y="4583906"/>
            <a:ext cx="5486400" cy="3750469"/>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6" name="Footer Placeholder 5"/>
          <p:cNvSpPr>
            <a:spLocks noGrp="1"/>
          </p:cNvSpPr>
          <p:nvPr>
            <p:ph type="ftr" sz="quarter" idx="4"/>
          </p:nvPr>
        </p:nvSpPr>
        <p:spPr>
          <a:xfrm>
            <a:off x="0" y="9047097"/>
            <a:ext cx="2971800" cy="477903"/>
          </a:xfrm>
          <a:prstGeom prst="rect">
            <a:avLst/>
          </a:prstGeom>
        </p:spPr>
        <p:txBody>
          <a:bodyPr vert="horz" lIns="91440" tIns="45720" rIns="91440" bIns="45720" rtlCol="0" anchor="b"/>
          <a:lstStyle>
            <a:lvl1pPr algn="l">
              <a:defRPr sz="1200"/>
            </a:lvl1pPr>
          </a:lstStyle>
          <a:p>
            <a:endParaRPr lang="en-IE"/>
          </a:p>
        </p:txBody>
      </p:sp>
      <p:sp>
        <p:nvSpPr>
          <p:cNvPr id="7" name="Slide Number Placeholder 6"/>
          <p:cNvSpPr>
            <a:spLocks noGrp="1"/>
          </p:cNvSpPr>
          <p:nvPr>
            <p:ph type="sldNum" sz="quarter" idx="5"/>
          </p:nvPr>
        </p:nvSpPr>
        <p:spPr>
          <a:xfrm>
            <a:off x="3884613" y="9047097"/>
            <a:ext cx="2971800" cy="477903"/>
          </a:xfrm>
          <a:prstGeom prst="rect">
            <a:avLst/>
          </a:prstGeom>
        </p:spPr>
        <p:txBody>
          <a:bodyPr vert="horz" lIns="91440" tIns="45720" rIns="91440" bIns="45720" rtlCol="0" anchor="b"/>
          <a:lstStyle>
            <a:lvl1pPr algn="r">
              <a:defRPr sz="1200"/>
            </a:lvl1pPr>
          </a:lstStyle>
          <a:p>
            <a:fld id="{ABD3B372-D2A0-491A-B911-6977C2D248A9}" type="slidenum">
              <a:rPr lang="en-IE" smtClean="0"/>
              <a:t>‹#›</a:t>
            </a:fld>
            <a:endParaRPr lang="en-IE"/>
          </a:p>
        </p:txBody>
      </p:sp>
    </p:spTree>
    <p:extLst>
      <p:ext uri="{BB962C8B-B14F-4D97-AF65-F5344CB8AC3E}">
        <p14:creationId xmlns:p14="http://schemas.microsoft.com/office/powerpoint/2010/main" val="1720425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E" dirty="0"/>
          </a:p>
        </p:txBody>
      </p:sp>
      <p:sp>
        <p:nvSpPr>
          <p:cNvPr id="4" name="Slide Number Placeholder 3"/>
          <p:cNvSpPr>
            <a:spLocks noGrp="1"/>
          </p:cNvSpPr>
          <p:nvPr>
            <p:ph type="sldNum" sz="quarter" idx="10"/>
          </p:nvPr>
        </p:nvSpPr>
        <p:spPr/>
        <p:txBody>
          <a:bodyPr/>
          <a:lstStyle/>
          <a:p>
            <a:fld id="{ABD3B372-D2A0-491A-B911-6977C2D248A9}" type="slidenum">
              <a:rPr lang="en-IE" smtClean="0"/>
              <a:t>1</a:t>
            </a:fld>
            <a:endParaRPr lang="en-IE"/>
          </a:p>
        </p:txBody>
      </p:sp>
    </p:spTree>
    <p:extLst>
      <p:ext uri="{BB962C8B-B14F-4D97-AF65-F5344CB8AC3E}">
        <p14:creationId xmlns:p14="http://schemas.microsoft.com/office/powerpoint/2010/main" val="319688150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270998" y="13298392"/>
            <a:ext cx="25737979" cy="9176087"/>
          </a:xfrm>
        </p:spPr>
        <p:txBody>
          <a:bodyPr/>
          <a:lstStyle/>
          <a:p>
            <a:r>
              <a:rPr lang="en-US"/>
              <a:t>Click to edit Master title style</a:t>
            </a:r>
            <a:endParaRPr lang="en-IE"/>
          </a:p>
        </p:txBody>
      </p:sp>
      <p:sp>
        <p:nvSpPr>
          <p:cNvPr id="3" name="Subtitle 2"/>
          <p:cNvSpPr>
            <a:spLocks noGrp="1"/>
          </p:cNvSpPr>
          <p:nvPr>
            <p:ph type="subTitle" idx="1"/>
          </p:nvPr>
        </p:nvSpPr>
        <p:spPr>
          <a:xfrm>
            <a:off x="4541996" y="24258163"/>
            <a:ext cx="21195983" cy="10939957"/>
          </a:xfrm>
        </p:spPr>
        <p:txBody>
          <a:bodyPr/>
          <a:lstStyle>
            <a:lvl1pPr marL="0" indent="0" algn="ctr">
              <a:buNone/>
              <a:defRPr>
                <a:solidFill>
                  <a:schemeClr val="tx1">
                    <a:tint val="75000"/>
                  </a:schemeClr>
                </a:solidFill>
              </a:defRPr>
            </a:lvl1pPr>
            <a:lvl2pPr marL="1476994" indent="0" algn="ctr">
              <a:buNone/>
              <a:defRPr>
                <a:solidFill>
                  <a:schemeClr val="tx1">
                    <a:tint val="75000"/>
                  </a:schemeClr>
                </a:solidFill>
              </a:defRPr>
            </a:lvl2pPr>
            <a:lvl3pPr marL="2953990" indent="0" algn="ctr">
              <a:buNone/>
              <a:defRPr>
                <a:solidFill>
                  <a:schemeClr val="tx1">
                    <a:tint val="75000"/>
                  </a:schemeClr>
                </a:solidFill>
              </a:defRPr>
            </a:lvl3pPr>
            <a:lvl4pPr marL="4430984" indent="0" algn="ctr">
              <a:buNone/>
              <a:defRPr>
                <a:solidFill>
                  <a:schemeClr val="tx1">
                    <a:tint val="75000"/>
                  </a:schemeClr>
                </a:solidFill>
              </a:defRPr>
            </a:lvl4pPr>
            <a:lvl5pPr marL="5907979" indent="0" algn="ctr">
              <a:buNone/>
              <a:defRPr>
                <a:solidFill>
                  <a:schemeClr val="tx1">
                    <a:tint val="75000"/>
                  </a:schemeClr>
                </a:solidFill>
              </a:defRPr>
            </a:lvl5pPr>
            <a:lvl6pPr marL="7384973" indent="0" algn="ctr">
              <a:buNone/>
              <a:defRPr>
                <a:solidFill>
                  <a:schemeClr val="tx1">
                    <a:tint val="75000"/>
                  </a:schemeClr>
                </a:solidFill>
              </a:defRPr>
            </a:lvl6pPr>
            <a:lvl7pPr marL="8861968" indent="0" algn="ctr">
              <a:buNone/>
              <a:defRPr>
                <a:solidFill>
                  <a:schemeClr val="tx1">
                    <a:tint val="75000"/>
                  </a:schemeClr>
                </a:solidFill>
              </a:defRPr>
            </a:lvl7pPr>
            <a:lvl8pPr marL="10338963" indent="0" algn="ctr">
              <a:buNone/>
              <a:defRPr>
                <a:solidFill>
                  <a:schemeClr val="tx1">
                    <a:tint val="75000"/>
                  </a:schemeClr>
                </a:solidFill>
              </a:defRPr>
            </a:lvl8pPr>
            <a:lvl9pPr marL="11815957" indent="0" algn="ctr">
              <a:buNone/>
              <a:defRPr>
                <a:solidFill>
                  <a:schemeClr val="tx1">
                    <a:tint val="75000"/>
                  </a:schemeClr>
                </a:solidFill>
              </a:defRPr>
            </a:lvl9pPr>
          </a:lstStyle>
          <a:p>
            <a:r>
              <a:rPr lang="en-US"/>
              <a:t>Click to edit Master subtitle style</a:t>
            </a:r>
            <a:endParaRPr lang="en-IE"/>
          </a:p>
        </p:txBody>
      </p:sp>
      <p:sp>
        <p:nvSpPr>
          <p:cNvPr id="4" name="Date Placeholder 3"/>
          <p:cNvSpPr>
            <a:spLocks noGrp="1"/>
          </p:cNvSpPr>
          <p:nvPr>
            <p:ph type="dt" sz="half" idx="10"/>
          </p:nvPr>
        </p:nvSpPr>
        <p:spPr/>
        <p:txBody>
          <a:bodyPr/>
          <a:lstStyle/>
          <a:p>
            <a:fld id="{9D4A08FB-CD73-43D0-95E7-60715816840E}" type="datetimeFigureOut">
              <a:rPr lang="en-IE" smtClean="0"/>
              <a:t>21/09/2017</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217337784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D4A08FB-CD73-43D0-95E7-60715816840E}" type="datetimeFigureOut">
              <a:rPr lang="en-IE" smtClean="0"/>
              <a:t>21/09/2017</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10556413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391910" y="27508445"/>
            <a:ext cx="25737979" cy="8502248"/>
          </a:xfrm>
        </p:spPr>
        <p:txBody>
          <a:bodyPr anchor="t"/>
          <a:lstStyle>
            <a:lvl1pPr algn="l">
              <a:defRPr sz="12944" b="1" cap="all"/>
            </a:lvl1pPr>
          </a:lstStyle>
          <a:p>
            <a:r>
              <a:rPr lang="en-US"/>
              <a:t>Click to edit Master title style</a:t>
            </a:r>
            <a:endParaRPr lang="en-IE"/>
          </a:p>
        </p:txBody>
      </p:sp>
      <p:sp>
        <p:nvSpPr>
          <p:cNvPr id="3" name="Text Placeholder 2"/>
          <p:cNvSpPr>
            <a:spLocks noGrp="1"/>
          </p:cNvSpPr>
          <p:nvPr>
            <p:ph type="body" idx="1"/>
          </p:nvPr>
        </p:nvSpPr>
        <p:spPr>
          <a:xfrm>
            <a:off x="2391910" y="18144083"/>
            <a:ext cx="25737979" cy="9364361"/>
          </a:xfrm>
        </p:spPr>
        <p:txBody>
          <a:bodyPr anchor="b"/>
          <a:lstStyle>
            <a:lvl1pPr marL="0" indent="0">
              <a:buNone/>
              <a:defRPr sz="6436">
                <a:solidFill>
                  <a:schemeClr val="tx1">
                    <a:tint val="75000"/>
                  </a:schemeClr>
                </a:solidFill>
              </a:defRPr>
            </a:lvl1pPr>
            <a:lvl2pPr marL="1476994" indent="0">
              <a:buNone/>
              <a:defRPr sz="5800">
                <a:solidFill>
                  <a:schemeClr val="tx1">
                    <a:tint val="75000"/>
                  </a:schemeClr>
                </a:solidFill>
              </a:defRPr>
            </a:lvl2pPr>
            <a:lvl3pPr marL="2953990" indent="0">
              <a:buNone/>
              <a:defRPr sz="5163">
                <a:solidFill>
                  <a:schemeClr val="tx1">
                    <a:tint val="75000"/>
                  </a:schemeClr>
                </a:solidFill>
              </a:defRPr>
            </a:lvl3pPr>
            <a:lvl4pPr marL="4430984" indent="0">
              <a:buNone/>
              <a:defRPr sz="4527">
                <a:solidFill>
                  <a:schemeClr val="tx1">
                    <a:tint val="75000"/>
                  </a:schemeClr>
                </a:solidFill>
              </a:defRPr>
            </a:lvl4pPr>
            <a:lvl5pPr marL="5907979" indent="0">
              <a:buNone/>
              <a:defRPr sz="4527">
                <a:solidFill>
                  <a:schemeClr val="tx1">
                    <a:tint val="75000"/>
                  </a:schemeClr>
                </a:solidFill>
              </a:defRPr>
            </a:lvl5pPr>
            <a:lvl6pPr marL="7384973" indent="0">
              <a:buNone/>
              <a:defRPr sz="4527">
                <a:solidFill>
                  <a:schemeClr val="tx1">
                    <a:tint val="75000"/>
                  </a:schemeClr>
                </a:solidFill>
              </a:defRPr>
            </a:lvl6pPr>
            <a:lvl7pPr marL="8861968" indent="0">
              <a:buNone/>
              <a:defRPr sz="4527">
                <a:solidFill>
                  <a:schemeClr val="tx1">
                    <a:tint val="75000"/>
                  </a:schemeClr>
                </a:solidFill>
              </a:defRPr>
            </a:lvl7pPr>
            <a:lvl8pPr marL="10338963" indent="0">
              <a:buNone/>
              <a:defRPr sz="4527">
                <a:solidFill>
                  <a:schemeClr val="tx1">
                    <a:tint val="75000"/>
                  </a:schemeClr>
                </a:solidFill>
              </a:defRPr>
            </a:lvl8pPr>
            <a:lvl9pPr marL="11815957" indent="0">
              <a:buNone/>
              <a:defRPr sz="4527">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4A08FB-CD73-43D0-95E7-60715816840E}" type="datetimeFigureOut">
              <a:rPr lang="en-IE" smtClean="0"/>
              <a:t>21/09/2017</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418879898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Content Placeholder 2"/>
          <p:cNvSpPr>
            <a:spLocks noGrp="1"/>
          </p:cNvSpPr>
          <p:nvPr>
            <p:ph sz="half" idx="1"/>
          </p:nvPr>
        </p:nvSpPr>
        <p:spPr>
          <a:xfrm>
            <a:off x="1513999" y="9988659"/>
            <a:ext cx="13373656" cy="28251648"/>
          </a:xfrm>
        </p:spPr>
        <p:txBody>
          <a:bodyPr/>
          <a:lstStyle>
            <a:lvl1pPr>
              <a:defRPr sz="9053"/>
            </a:lvl1pPr>
            <a:lvl2pPr>
              <a:defRPr sz="7780"/>
            </a:lvl2pPr>
            <a:lvl3pPr>
              <a:defRPr sz="6436"/>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Content Placeholder 3"/>
          <p:cNvSpPr>
            <a:spLocks noGrp="1"/>
          </p:cNvSpPr>
          <p:nvPr>
            <p:ph sz="half" idx="2"/>
          </p:nvPr>
        </p:nvSpPr>
        <p:spPr>
          <a:xfrm>
            <a:off x="15392321" y="9988659"/>
            <a:ext cx="13373656" cy="28251648"/>
          </a:xfrm>
        </p:spPr>
        <p:txBody>
          <a:bodyPr/>
          <a:lstStyle>
            <a:lvl1pPr>
              <a:defRPr sz="9053"/>
            </a:lvl1pPr>
            <a:lvl2pPr>
              <a:defRPr sz="7780"/>
            </a:lvl2pPr>
            <a:lvl3pPr>
              <a:defRPr sz="6436"/>
            </a:lvl3pPr>
            <a:lvl4pPr>
              <a:defRPr sz="5800"/>
            </a:lvl4pPr>
            <a:lvl5pPr>
              <a:defRPr sz="5800"/>
            </a:lvl5pPr>
            <a:lvl6pPr>
              <a:defRPr sz="5800"/>
            </a:lvl6pPr>
            <a:lvl7pPr>
              <a:defRPr sz="5800"/>
            </a:lvl7pPr>
            <a:lvl8pPr>
              <a:defRPr sz="5800"/>
            </a:lvl8pPr>
            <a:lvl9pPr>
              <a:defRPr sz="5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Date Placeholder 4"/>
          <p:cNvSpPr>
            <a:spLocks noGrp="1"/>
          </p:cNvSpPr>
          <p:nvPr>
            <p:ph type="dt" sz="half" idx="10"/>
          </p:nvPr>
        </p:nvSpPr>
        <p:spPr/>
        <p:txBody>
          <a:bodyPr/>
          <a:lstStyle/>
          <a:p>
            <a:fld id="{9D4A08FB-CD73-43D0-95E7-60715816840E}" type="datetimeFigureOut">
              <a:rPr lang="en-IE" smtClean="0"/>
              <a:t>21/09/2017</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15344687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E"/>
          </a:p>
        </p:txBody>
      </p:sp>
      <p:sp>
        <p:nvSpPr>
          <p:cNvPr id="3" name="Text Placeholder 2"/>
          <p:cNvSpPr>
            <a:spLocks noGrp="1"/>
          </p:cNvSpPr>
          <p:nvPr>
            <p:ph type="body" idx="1"/>
          </p:nvPr>
        </p:nvSpPr>
        <p:spPr>
          <a:xfrm>
            <a:off x="1513999" y="9582375"/>
            <a:ext cx="13378914" cy="3993477"/>
          </a:xfrm>
        </p:spPr>
        <p:txBody>
          <a:bodyPr anchor="b"/>
          <a:lstStyle>
            <a:lvl1pPr marL="0" indent="0">
              <a:buNone/>
              <a:defRPr sz="7780" b="1"/>
            </a:lvl1pPr>
            <a:lvl2pPr marL="1476994" indent="0">
              <a:buNone/>
              <a:defRPr sz="6436" b="1"/>
            </a:lvl2pPr>
            <a:lvl3pPr marL="2953990" indent="0">
              <a:buNone/>
              <a:defRPr sz="5800" b="1"/>
            </a:lvl3pPr>
            <a:lvl4pPr marL="4430984" indent="0">
              <a:buNone/>
              <a:defRPr sz="5163" b="1"/>
            </a:lvl4pPr>
            <a:lvl5pPr marL="5907979" indent="0">
              <a:buNone/>
              <a:defRPr sz="5163" b="1"/>
            </a:lvl5pPr>
            <a:lvl6pPr marL="7384973" indent="0">
              <a:buNone/>
              <a:defRPr sz="5163" b="1"/>
            </a:lvl6pPr>
            <a:lvl7pPr marL="8861968" indent="0">
              <a:buNone/>
              <a:defRPr sz="5163" b="1"/>
            </a:lvl7pPr>
            <a:lvl8pPr marL="10338963" indent="0">
              <a:buNone/>
              <a:defRPr sz="5163" b="1"/>
            </a:lvl8pPr>
            <a:lvl9pPr marL="11815957" indent="0">
              <a:buNone/>
              <a:defRPr sz="5163" b="1"/>
            </a:lvl9pPr>
          </a:lstStyle>
          <a:p>
            <a:pPr lvl="0"/>
            <a:r>
              <a:rPr lang="en-US"/>
              <a:t>Click to edit Master text styles</a:t>
            </a:r>
          </a:p>
        </p:txBody>
      </p:sp>
      <p:sp>
        <p:nvSpPr>
          <p:cNvPr id="4" name="Content Placeholder 3"/>
          <p:cNvSpPr>
            <a:spLocks noGrp="1"/>
          </p:cNvSpPr>
          <p:nvPr>
            <p:ph sz="half" idx="2"/>
          </p:nvPr>
        </p:nvSpPr>
        <p:spPr>
          <a:xfrm>
            <a:off x="1513999" y="13575851"/>
            <a:ext cx="13378914" cy="24664452"/>
          </a:xfrm>
        </p:spPr>
        <p:txBody>
          <a:bodyPr/>
          <a:lstStyle>
            <a:lvl1pPr>
              <a:defRPr sz="7780"/>
            </a:lvl1pPr>
            <a:lvl2pPr>
              <a:defRPr sz="6436"/>
            </a:lvl2pPr>
            <a:lvl3pPr>
              <a:defRPr sz="5800"/>
            </a:lvl3pPr>
            <a:lvl4pPr>
              <a:defRPr sz="5163"/>
            </a:lvl4pPr>
            <a:lvl5pPr>
              <a:defRPr sz="5163"/>
            </a:lvl5pPr>
            <a:lvl6pPr>
              <a:defRPr sz="5163"/>
            </a:lvl6pPr>
            <a:lvl7pPr>
              <a:defRPr sz="5163"/>
            </a:lvl7pPr>
            <a:lvl8pPr>
              <a:defRPr sz="5163"/>
            </a:lvl8pPr>
            <a:lvl9pPr>
              <a:defRPr sz="51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5" name="Text Placeholder 4"/>
          <p:cNvSpPr>
            <a:spLocks noGrp="1"/>
          </p:cNvSpPr>
          <p:nvPr>
            <p:ph type="body" sz="quarter" idx="3"/>
          </p:nvPr>
        </p:nvSpPr>
        <p:spPr>
          <a:xfrm>
            <a:off x="15381808" y="9582375"/>
            <a:ext cx="13384170" cy="3993477"/>
          </a:xfrm>
        </p:spPr>
        <p:txBody>
          <a:bodyPr anchor="b"/>
          <a:lstStyle>
            <a:lvl1pPr marL="0" indent="0">
              <a:buNone/>
              <a:defRPr sz="7780" b="1"/>
            </a:lvl1pPr>
            <a:lvl2pPr marL="1476994" indent="0">
              <a:buNone/>
              <a:defRPr sz="6436" b="1"/>
            </a:lvl2pPr>
            <a:lvl3pPr marL="2953990" indent="0">
              <a:buNone/>
              <a:defRPr sz="5800" b="1"/>
            </a:lvl3pPr>
            <a:lvl4pPr marL="4430984" indent="0">
              <a:buNone/>
              <a:defRPr sz="5163" b="1"/>
            </a:lvl4pPr>
            <a:lvl5pPr marL="5907979" indent="0">
              <a:buNone/>
              <a:defRPr sz="5163" b="1"/>
            </a:lvl5pPr>
            <a:lvl6pPr marL="7384973" indent="0">
              <a:buNone/>
              <a:defRPr sz="5163" b="1"/>
            </a:lvl6pPr>
            <a:lvl7pPr marL="8861968" indent="0">
              <a:buNone/>
              <a:defRPr sz="5163" b="1"/>
            </a:lvl7pPr>
            <a:lvl8pPr marL="10338963" indent="0">
              <a:buNone/>
              <a:defRPr sz="5163" b="1"/>
            </a:lvl8pPr>
            <a:lvl9pPr marL="11815957" indent="0">
              <a:buNone/>
              <a:defRPr sz="5163" b="1"/>
            </a:lvl9pPr>
          </a:lstStyle>
          <a:p>
            <a:pPr lvl="0"/>
            <a:r>
              <a:rPr lang="en-US"/>
              <a:t>Click to edit Master text styles</a:t>
            </a:r>
          </a:p>
        </p:txBody>
      </p:sp>
      <p:sp>
        <p:nvSpPr>
          <p:cNvPr id="6" name="Content Placeholder 5"/>
          <p:cNvSpPr>
            <a:spLocks noGrp="1"/>
          </p:cNvSpPr>
          <p:nvPr>
            <p:ph sz="quarter" idx="4"/>
          </p:nvPr>
        </p:nvSpPr>
        <p:spPr>
          <a:xfrm>
            <a:off x="15381808" y="13575851"/>
            <a:ext cx="13384170" cy="24664452"/>
          </a:xfrm>
        </p:spPr>
        <p:txBody>
          <a:bodyPr/>
          <a:lstStyle>
            <a:lvl1pPr>
              <a:defRPr sz="7780"/>
            </a:lvl1pPr>
            <a:lvl2pPr>
              <a:defRPr sz="6436"/>
            </a:lvl2pPr>
            <a:lvl3pPr>
              <a:defRPr sz="5800"/>
            </a:lvl3pPr>
            <a:lvl4pPr>
              <a:defRPr sz="5163"/>
            </a:lvl4pPr>
            <a:lvl5pPr>
              <a:defRPr sz="5163"/>
            </a:lvl5pPr>
            <a:lvl6pPr>
              <a:defRPr sz="5163"/>
            </a:lvl6pPr>
            <a:lvl7pPr>
              <a:defRPr sz="5163"/>
            </a:lvl7pPr>
            <a:lvl8pPr>
              <a:defRPr sz="5163"/>
            </a:lvl8pPr>
            <a:lvl9pPr>
              <a:defRPr sz="516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7" name="Date Placeholder 6"/>
          <p:cNvSpPr>
            <a:spLocks noGrp="1"/>
          </p:cNvSpPr>
          <p:nvPr>
            <p:ph type="dt" sz="half" idx="10"/>
          </p:nvPr>
        </p:nvSpPr>
        <p:spPr/>
        <p:txBody>
          <a:bodyPr/>
          <a:lstStyle/>
          <a:p>
            <a:fld id="{9D4A08FB-CD73-43D0-95E7-60715816840E}" type="datetimeFigureOut">
              <a:rPr lang="en-IE" smtClean="0"/>
              <a:t>21/09/2017</a:t>
            </a:fld>
            <a:endParaRPr lang="en-IE"/>
          </a:p>
        </p:txBody>
      </p:sp>
      <p:sp>
        <p:nvSpPr>
          <p:cNvPr id="8" name="Footer Placeholder 7"/>
          <p:cNvSpPr>
            <a:spLocks noGrp="1"/>
          </p:cNvSpPr>
          <p:nvPr>
            <p:ph type="ftr" sz="quarter" idx="11"/>
          </p:nvPr>
        </p:nvSpPr>
        <p:spPr/>
        <p:txBody>
          <a:bodyPr/>
          <a:lstStyle/>
          <a:p>
            <a:endParaRPr lang="en-IE"/>
          </a:p>
        </p:txBody>
      </p:sp>
      <p:sp>
        <p:nvSpPr>
          <p:cNvPr id="9" name="Slide Number Placeholder 8"/>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17211822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Date Placeholder 2"/>
          <p:cNvSpPr>
            <a:spLocks noGrp="1"/>
          </p:cNvSpPr>
          <p:nvPr>
            <p:ph type="dt" sz="half" idx="10"/>
          </p:nvPr>
        </p:nvSpPr>
        <p:spPr/>
        <p:txBody>
          <a:bodyPr/>
          <a:lstStyle/>
          <a:p>
            <a:fld id="{9D4A08FB-CD73-43D0-95E7-60715816840E}" type="datetimeFigureOut">
              <a:rPr lang="en-IE" smtClean="0"/>
              <a:t>21/09/2017</a:t>
            </a:fld>
            <a:endParaRPr lang="en-IE"/>
          </a:p>
        </p:txBody>
      </p:sp>
      <p:sp>
        <p:nvSpPr>
          <p:cNvPr id="4" name="Footer Placeholder 3"/>
          <p:cNvSpPr>
            <a:spLocks noGrp="1"/>
          </p:cNvSpPr>
          <p:nvPr>
            <p:ph type="ftr" sz="quarter" idx="11"/>
          </p:nvPr>
        </p:nvSpPr>
        <p:spPr/>
        <p:txBody>
          <a:bodyPr/>
          <a:lstStyle/>
          <a:p>
            <a:endParaRPr lang="en-IE"/>
          </a:p>
        </p:txBody>
      </p:sp>
      <p:sp>
        <p:nvSpPr>
          <p:cNvPr id="5" name="Slide Number Placeholder 4"/>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34779160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4A08FB-CD73-43D0-95E7-60715816840E}" type="datetimeFigureOut">
              <a:rPr lang="en-IE" smtClean="0"/>
              <a:t>21/09/2017</a:t>
            </a:fld>
            <a:endParaRPr lang="en-IE"/>
          </a:p>
        </p:txBody>
      </p:sp>
      <p:sp>
        <p:nvSpPr>
          <p:cNvPr id="3" name="Footer Placeholder 2"/>
          <p:cNvSpPr>
            <a:spLocks noGrp="1"/>
          </p:cNvSpPr>
          <p:nvPr>
            <p:ph type="ftr" sz="quarter" idx="11"/>
          </p:nvPr>
        </p:nvSpPr>
        <p:spPr/>
        <p:txBody>
          <a:bodyPr/>
          <a:lstStyle/>
          <a:p>
            <a:endParaRPr lang="en-IE"/>
          </a:p>
        </p:txBody>
      </p:sp>
      <p:sp>
        <p:nvSpPr>
          <p:cNvPr id="4" name="Slide Number Placeholder 3"/>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23004237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14000" y="1704413"/>
            <a:ext cx="9961903" cy="7253667"/>
          </a:xfrm>
        </p:spPr>
        <p:txBody>
          <a:bodyPr anchor="b"/>
          <a:lstStyle>
            <a:lvl1pPr algn="l">
              <a:defRPr sz="6436" b="1"/>
            </a:lvl1pPr>
          </a:lstStyle>
          <a:p>
            <a:r>
              <a:rPr lang="en-US"/>
              <a:t>Click to edit Master title style</a:t>
            </a:r>
            <a:endParaRPr lang="en-IE"/>
          </a:p>
        </p:txBody>
      </p:sp>
      <p:sp>
        <p:nvSpPr>
          <p:cNvPr id="3" name="Content Placeholder 2"/>
          <p:cNvSpPr>
            <a:spLocks noGrp="1"/>
          </p:cNvSpPr>
          <p:nvPr>
            <p:ph idx="1"/>
          </p:nvPr>
        </p:nvSpPr>
        <p:spPr>
          <a:xfrm>
            <a:off x="11838630" y="1704417"/>
            <a:ext cx="16927347" cy="36535890"/>
          </a:xfrm>
        </p:spPr>
        <p:txBody>
          <a:bodyPr/>
          <a:lstStyle>
            <a:lvl1pPr>
              <a:defRPr sz="10327"/>
            </a:lvl1pPr>
            <a:lvl2pPr>
              <a:defRPr sz="9053"/>
            </a:lvl2pPr>
            <a:lvl3pPr>
              <a:defRPr sz="7780"/>
            </a:lvl3pPr>
            <a:lvl4pPr>
              <a:defRPr sz="6436"/>
            </a:lvl4pPr>
            <a:lvl5pPr>
              <a:defRPr sz="6436"/>
            </a:lvl5pPr>
            <a:lvl6pPr>
              <a:defRPr sz="6436"/>
            </a:lvl6pPr>
            <a:lvl7pPr>
              <a:defRPr sz="6436"/>
            </a:lvl7pPr>
            <a:lvl8pPr>
              <a:defRPr sz="6436"/>
            </a:lvl8pPr>
            <a:lvl9pPr>
              <a:defRPr sz="64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Text Placeholder 3"/>
          <p:cNvSpPr>
            <a:spLocks noGrp="1"/>
          </p:cNvSpPr>
          <p:nvPr>
            <p:ph type="body" sz="half" idx="2"/>
          </p:nvPr>
        </p:nvSpPr>
        <p:spPr>
          <a:xfrm>
            <a:off x="1514000" y="8958083"/>
            <a:ext cx="9961903" cy="29282223"/>
          </a:xfrm>
        </p:spPr>
        <p:txBody>
          <a:bodyPr/>
          <a:lstStyle>
            <a:lvl1pPr marL="0" indent="0">
              <a:buNone/>
              <a:defRPr sz="4527"/>
            </a:lvl1pPr>
            <a:lvl2pPr marL="1476994" indent="0">
              <a:buNone/>
              <a:defRPr sz="3890"/>
            </a:lvl2pPr>
            <a:lvl3pPr marL="2953990" indent="0">
              <a:buNone/>
              <a:defRPr sz="3254"/>
            </a:lvl3pPr>
            <a:lvl4pPr marL="4430984" indent="0">
              <a:buNone/>
              <a:defRPr sz="2900"/>
            </a:lvl4pPr>
            <a:lvl5pPr marL="5907979" indent="0">
              <a:buNone/>
              <a:defRPr sz="2900"/>
            </a:lvl5pPr>
            <a:lvl6pPr marL="7384973" indent="0">
              <a:buNone/>
              <a:defRPr sz="2900"/>
            </a:lvl6pPr>
            <a:lvl7pPr marL="8861968" indent="0">
              <a:buNone/>
              <a:defRPr sz="2900"/>
            </a:lvl7pPr>
            <a:lvl8pPr marL="10338963" indent="0">
              <a:buNone/>
              <a:defRPr sz="2900"/>
            </a:lvl8pPr>
            <a:lvl9pPr marL="11815957"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9D4A08FB-CD73-43D0-95E7-60715816840E}" type="datetimeFigureOut">
              <a:rPr lang="en-IE" smtClean="0"/>
              <a:t>21/09/2017</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3502395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35088" y="29965967"/>
            <a:ext cx="18167985" cy="3537652"/>
          </a:xfrm>
        </p:spPr>
        <p:txBody>
          <a:bodyPr anchor="b"/>
          <a:lstStyle>
            <a:lvl1pPr algn="l">
              <a:defRPr sz="6436" b="1"/>
            </a:lvl1pPr>
          </a:lstStyle>
          <a:p>
            <a:r>
              <a:rPr lang="en-US"/>
              <a:t>Click to edit Master title style</a:t>
            </a:r>
            <a:endParaRPr lang="en-IE"/>
          </a:p>
        </p:txBody>
      </p:sp>
      <p:sp>
        <p:nvSpPr>
          <p:cNvPr id="3" name="Picture Placeholder 2"/>
          <p:cNvSpPr>
            <a:spLocks noGrp="1"/>
          </p:cNvSpPr>
          <p:nvPr>
            <p:ph type="pic" idx="1"/>
          </p:nvPr>
        </p:nvSpPr>
        <p:spPr>
          <a:xfrm>
            <a:off x="5935088" y="3825022"/>
            <a:ext cx="18167985" cy="25685115"/>
          </a:xfrm>
        </p:spPr>
        <p:txBody>
          <a:bodyPr/>
          <a:lstStyle>
            <a:lvl1pPr marL="0" indent="0">
              <a:buNone/>
              <a:defRPr sz="10327"/>
            </a:lvl1pPr>
            <a:lvl2pPr marL="1476994" indent="0">
              <a:buNone/>
              <a:defRPr sz="9053"/>
            </a:lvl2pPr>
            <a:lvl3pPr marL="2953990" indent="0">
              <a:buNone/>
              <a:defRPr sz="7780"/>
            </a:lvl3pPr>
            <a:lvl4pPr marL="4430984" indent="0">
              <a:buNone/>
              <a:defRPr sz="6436"/>
            </a:lvl4pPr>
            <a:lvl5pPr marL="5907979" indent="0">
              <a:buNone/>
              <a:defRPr sz="6436"/>
            </a:lvl5pPr>
            <a:lvl6pPr marL="7384973" indent="0">
              <a:buNone/>
              <a:defRPr sz="6436"/>
            </a:lvl6pPr>
            <a:lvl7pPr marL="8861968" indent="0">
              <a:buNone/>
              <a:defRPr sz="6436"/>
            </a:lvl7pPr>
            <a:lvl8pPr marL="10338963" indent="0">
              <a:buNone/>
              <a:defRPr sz="6436"/>
            </a:lvl8pPr>
            <a:lvl9pPr marL="11815957" indent="0">
              <a:buNone/>
              <a:defRPr sz="6436"/>
            </a:lvl9pPr>
          </a:lstStyle>
          <a:p>
            <a:endParaRPr lang="en-IE"/>
          </a:p>
        </p:txBody>
      </p:sp>
      <p:sp>
        <p:nvSpPr>
          <p:cNvPr id="4" name="Text Placeholder 3"/>
          <p:cNvSpPr>
            <a:spLocks noGrp="1"/>
          </p:cNvSpPr>
          <p:nvPr>
            <p:ph type="body" sz="half" idx="2"/>
          </p:nvPr>
        </p:nvSpPr>
        <p:spPr>
          <a:xfrm>
            <a:off x="5935088" y="33503620"/>
            <a:ext cx="18167985" cy="5024053"/>
          </a:xfrm>
        </p:spPr>
        <p:txBody>
          <a:bodyPr/>
          <a:lstStyle>
            <a:lvl1pPr marL="0" indent="0">
              <a:buNone/>
              <a:defRPr sz="4527"/>
            </a:lvl1pPr>
            <a:lvl2pPr marL="1476994" indent="0">
              <a:buNone/>
              <a:defRPr sz="3890"/>
            </a:lvl2pPr>
            <a:lvl3pPr marL="2953990" indent="0">
              <a:buNone/>
              <a:defRPr sz="3254"/>
            </a:lvl3pPr>
            <a:lvl4pPr marL="4430984" indent="0">
              <a:buNone/>
              <a:defRPr sz="2900"/>
            </a:lvl4pPr>
            <a:lvl5pPr marL="5907979" indent="0">
              <a:buNone/>
              <a:defRPr sz="2900"/>
            </a:lvl5pPr>
            <a:lvl6pPr marL="7384973" indent="0">
              <a:buNone/>
              <a:defRPr sz="2900"/>
            </a:lvl6pPr>
            <a:lvl7pPr marL="8861968" indent="0">
              <a:buNone/>
              <a:defRPr sz="2900"/>
            </a:lvl7pPr>
            <a:lvl8pPr marL="10338963" indent="0">
              <a:buNone/>
              <a:defRPr sz="2900"/>
            </a:lvl8pPr>
            <a:lvl9pPr marL="11815957" indent="0">
              <a:buNone/>
              <a:defRPr sz="2900"/>
            </a:lvl9pPr>
          </a:lstStyle>
          <a:p>
            <a:pPr lvl="0"/>
            <a:r>
              <a:rPr lang="en-US"/>
              <a:t>Click to edit Master text styles</a:t>
            </a:r>
          </a:p>
        </p:txBody>
      </p:sp>
      <p:sp>
        <p:nvSpPr>
          <p:cNvPr id="5" name="Date Placeholder 4"/>
          <p:cNvSpPr>
            <a:spLocks noGrp="1"/>
          </p:cNvSpPr>
          <p:nvPr>
            <p:ph type="dt" sz="half" idx="10"/>
          </p:nvPr>
        </p:nvSpPr>
        <p:spPr/>
        <p:txBody>
          <a:bodyPr/>
          <a:lstStyle/>
          <a:p>
            <a:fld id="{9D4A08FB-CD73-43D0-95E7-60715816840E}" type="datetimeFigureOut">
              <a:rPr lang="en-IE" smtClean="0"/>
              <a:t>21/09/2017</a:t>
            </a:fld>
            <a:endParaRPr lang="en-IE"/>
          </a:p>
        </p:txBody>
      </p:sp>
      <p:sp>
        <p:nvSpPr>
          <p:cNvPr id="6" name="Footer Placeholder 5"/>
          <p:cNvSpPr>
            <a:spLocks noGrp="1"/>
          </p:cNvSpPr>
          <p:nvPr>
            <p:ph type="ftr" sz="quarter" idx="11"/>
          </p:nvPr>
        </p:nvSpPr>
        <p:spPr/>
        <p:txBody>
          <a:bodyPr/>
          <a:lstStyle/>
          <a:p>
            <a:endParaRPr lang="en-IE"/>
          </a:p>
        </p:txBody>
      </p:sp>
      <p:sp>
        <p:nvSpPr>
          <p:cNvPr id="7" name="Slide Number Placeholder 6"/>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680914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E"/>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D4A08FB-CD73-43D0-95E7-60715816840E}" type="datetimeFigureOut">
              <a:rPr lang="en-IE" smtClean="0"/>
              <a:t>21/09/2017</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4328812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21952982" y="1714329"/>
            <a:ext cx="6812994" cy="36525977"/>
          </a:xfrm>
        </p:spPr>
        <p:txBody>
          <a:bodyPr vert="eaVert"/>
          <a:lstStyle/>
          <a:p>
            <a:r>
              <a:rPr lang="en-US"/>
              <a:t>Click to edit Master title style</a:t>
            </a:r>
            <a:endParaRPr lang="en-IE"/>
          </a:p>
        </p:txBody>
      </p:sp>
      <p:sp>
        <p:nvSpPr>
          <p:cNvPr id="3" name="Vertical Text Placeholder 2"/>
          <p:cNvSpPr>
            <a:spLocks noGrp="1"/>
          </p:cNvSpPr>
          <p:nvPr>
            <p:ph type="body" orient="vert" idx="1"/>
          </p:nvPr>
        </p:nvSpPr>
        <p:spPr>
          <a:xfrm>
            <a:off x="1513999" y="1714329"/>
            <a:ext cx="19934317" cy="365259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10"/>
          </p:nvPr>
        </p:nvSpPr>
        <p:spPr/>
        <p:txBody>
          <a:bodyPr/>
          <a:lstStyle/>
          <a:p>
            <a:fld id="{9D4A08FB-CD73-43D0-95E7-60715816840E}" type="datetimeFigureOut">
              <a:rPr lang="en-IE" smtClean="0"/>
              <a:t>21/09/2017</a:t>
            </a:fld>
            <a:endParaRPr lang="en-IE"/>
          </a:p>
        </p:txBody>
      </p:sp>
      <p:sp>
        <p:nvSpPr>
          <p:cNvPr id="5" name="Footer Placeholder 4"/>
          <p:cNvSpPr>
            <a:spLocks noGrp="1"/>
          </p:cNvSpPr>
          <p:nvPr>
            <p:ph type="ftr" sz="quarter" idx="11"/>
          </p:nvPr>
        </p:nvSpPr>
        <p:spPr/>
        <p:txBody>
          <a:bodyPr/>
          <a:lstStyle/>
          <a:p>
            <a:endParaRPr lang="en-IE"/>
          </a:p>
        </p:txBody>
      </p:sp>
      <p:sp>
        <p:nvSpPr>
          <p:cNvPr id="6" name="Slide Number Placeholder 5"/>
          <p:cNvSpPr>
            <a:spLocks noGrp="1"/>
          </p:cNvSpPr>
          <p:nvPr>
            <p:ph type="sldNum" sz="quarter" idx="12"/>
          </p:nvPr>
        </p:nvSpPr>
        <p:spPr/>
        <p:txBody>
          <a:bodyPr/>
          <a:lstStyle/>
          <a:p>
            <a:fld id="{B81E06B3-2231-48E4-A11C-04666650C63B}" type="slidenum">
              <a:rPr lang="en-IE" smtClean="0"/>
              <a:t>‹#›</a:t>
            </a:fld>
            <a:endParaRPr lang="en-IE"/>
          </a:p>
        </p:txBody>
      </p:sp>
    </p:spTree>
    <p:extLst>
      <p:ext uri="{BB962C8B-B14F-4D97-AF65-F5344CB8AC3E}">
        <p14:creationId xmlns:p14="http://schemas.microsoft.com/office/powerpoint/2010/main" val="8329428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13999" y="1714327"/>
            <a:ext cx="27251978" cy="7134755"/>
          </a:xfrm>
          <a:prstGeom prst="rect">
            <a:avLst/>
          </a:prstGeom>
        </p:spPr>
        <p:txBody>
          <a:bodyPr vert="horz" lIns="417643" tIns="208822" rIns="417643" bIns="208822" rtlCol="0" anchor="ctr">
            <a:normAutofit/>
          </a:bodyPr>
          <a:lstStyle/>
          <a:p>
            <a:r>
              <a:rPr lang="en-US"/>
              <a:t>Click to edit Master title style</a:t>
            </a:r>
            <a:endParaRPr lang="en-IE"/>
          </a:p>
        </p:txBody>
      </p:sp>
      <p:sp>
        <p:nvSpPr>
          <p:cNvPr id="3" name="Text Placeholder 2"/>
          <p:cNvSpPr>
            <a:spLocks noGrp="1"/>
          </p:cNvSpPr>
          <p:nvPr>
            <p:ph type="body" idx="1"/>
          </p:nvPr>
        </p:nvSpPr>
        <p:spPr>
          <a:xfrm>
            <a:off x="1513999" y="9988659"/>
            <a:ext cx="27251978" cy="28251648"/>
          </a:xfrm>
          <a:prstGeom prst="rect">
            <a:avLst/>
          </a:prstGeom>
        </p:spPr>
        <p:txBody>
          <a:bodyPr vert="horz" lIns="417643" tIns="208822" rIns="417643" bIns="208822"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E"/>
          </a:p>
        </p:txBody>
      </p:sp>
      <p:sp>
        <p:nvSpPr>
          <p:cNvPr id="4" name="Date Placeholder 3"/>
          <p:cNvSpPr>
            <a:spLocks noGrp="1"/>
          </p:cNvSpPr>
          <p:nvPr>
            <p:ph type="dt" sz="half" idx="2"/>
          </p:nvPr>
        </p:nvSpPr>
        <p:spPr>
          <a:xfrm>
            <a:off x="1513998" y="39677164"/>
            <a:ext cx="7065328" cy="2279157"/>
          </a:xfrm>
          <a:prstGeom prst="rect">
            <a:avLst/>
          </a:prstGeom>
        </p:spPr>
        <p:txBody>
          <a:bodyPr vert="horz" lIns="417643" tIns="208822" rIns="417643" bIns="208822" rtlCol="0" anchor="ctr"/>
          <a:lstStyle>
            <a:lvl1pPr algn="l">
              <a:defRPr sz="3890">
                <a:solidFill>
                  <a:schemeClr val="tx1">
                    <a:tint val="75000"/>
                  </a:schemeClr>
                </a:solidFill>
              </a:defRPr>
            </a:lvl1pPr>
          </a:lstStyle>
          <a:p>
            <a:fld id="{9D4A08FB-CD73-43D0-95E7-60715816840E}" type="datetimeFigureOut">
              <a:rPr lang="en-IE" smtClean="0"/>
              <a:t>21/09/2017</a:t>
            </a:fld>
            <a:endParaRPr lang="en-IE"/>
          </a:p>
        </p:txBody>
      </p:sp>
      <p:sp>
        <p:nvSpPr>
          <p:cNvPr id="5" name="Footer Placeholder 4"/>
          <p:cNvSpPr>
            <a:spLocks noGrp="1"/>
          </p:cNvSpPr>
          <p:nvPr>
            <p:ph type="ftr" sz="quarter" idx="3"/>
          </p:nvPr>
        </p:nvSpPr>
        <p:spPr>
          <a:xfrm>
            <a:off x="10345658" y="39677164"/>
            <a:ext cx="9588659" cy="2279157"/>
          </a:xfrm>
          <a:prstGeom prst="rect">
            <a:avLst/>
          </a:prstGeom>
        </p:spPr>
        <p:txBody>
          <a:bodyPr vert="horz" lIns="417643" tIns="208822" rIns="417643" bIns="208822" rtlCol="0" anchor="ctr"/>
          <a:lstStyle>
            <a:lvl1pPr algn="ctr">
              <a:defRPr sz="3890">
                <a:solidFill>
                  <a:schemeClr val="tx1">
                    <a:tint val="75000"/>
                  </a:schemeClr>
                </a:solidFill>
              </a:defRPr>
            </a:lvl1pPr>
          </a:lstStyle>
          <a:p>
            <a:endParaRPr lang="en-IE"/>
          </a:p>
        </p:txBody>
      </p:sp>
      <p:sp>
        <p:nvSpPr>
          <p:cNvPr id="6" name="Slide Number Placeholder 5"/>
          <p:cNvSpPr>
            <a:spLocks noGrp="1"/>
          </p:cNvSpPr>
          <p:nvPr>
            <p:ph type="sldNum" sz="quarter" idx="4"/>
          </p:nvPr>
        </p:nvSpPr>
        <p:spPr>
          <a:xfrm>
            <a:off x="21700649" y="39677164"/>
            <a:ext cx="7065328" cy="2279157"/>
          </a:xfrm>
          <a:prstGeom prst="rect">
            <a:avLst/>
          </a:prstGeom>
        </p:spPr>
        <p:txBody>
          <a:bodyPr vert="horz" lIns="417643" tIns="208822" rIns="417643" bIns="208822" rtlCol="0" anchor="ctr"/>
          <a:lstStyle>
            <a:lvl1pPr algn="r">
              <a:defRPr sz="3890">
                <a:solidFill>
                  <a:schemeClr val="tx1">
                    <a:tint val="75000"/>
                  </a:schemeClr>
                </a:solidFill>
              </a:defRPr>
            </a:lvl1pPr>
          </a:lstStyle>
          <a:p>
            <a:fld id="{B81E06B3-2231-48E4-A11C-04666650C63B}" type="slidenum">
              <a:rPr lang="en-IE" smtClean="0"/>
              <a:t>‹#›</a:t>
            </a:fld>
            <a:endParaRPr lang="en-IE"/>
          </a:p>
        </p:txBody>
      </p:sp>
    </p:spTree>
    <p:extLst>
      <p:ext uri="{BB962C8B-B14F-4D97-AF65-F5344CB8AC3E}">
        <p14:creationId xmlns:p14="http://schemas.microsoft.com/office/powerpoint/2010/main" val="209082952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2953990" rtl="0" eaLnBrk="1" latinLnBrk="0" hangingPunct="1">
        <a:spcBef>
          <a:spcPct val="0"/>
        </a:spcBef>
        <a:buNone/>
        <a:defRPr sz="14217" kern="1200">
          <a:solidFill>
            <a:schemeClr val="tx1"/>
          </a:solidFill>
          <a:latin typeface="+mj-lt"/>
          <a:ea typeface="+mj-ea"/>
          <a:cs typeface="+mj-cs"/>
        </a:defRPr>
      </a:lvl1pPr>
    </p:titleStyle>
    <p:bodyStyle>
      <a:lvl1pPr marL="1107746" indent="-1107746" algn="l" defTabSz="2953990" rtl="0" eaLnBrk="1" latinLnBrk="0" hangingPunct="1">
        <a:spcBef>
          <a:spcPct val="20000"/>
        </a:spcBef>
        <a:buFont typeface="Arial" panose="020B0604020202020204" pitchFamily="34" charset="0"/>
        <a:buChar char="•"/>
        <a:defRPr sz="10327" kern="1200">
          <a:solidFill>
            <a:schemeClr val="tx1"/>
          </a:solidFill>
          <a:latin typeface="+mn-lt"/>
          <a:ea typeface="+mn-ea"/>
          <a:cs typeface="+mn-cs"/>
        </a:defRPr>
      </a:lvl1pPr>
      <a:lvl2pPr marL="2400116" indent="-923122" algn="l" defTabSz="2953990" rtl="0" eaLnBrk="1" latinLnBrk="0" hangingPunct="1">
        <a:spcBef>
          <a:spcPct val="20000"/>
        </a:spcBef>
        <a:buFont typeface="Arial" panose="020B0604020202020204" pitchFamily="34" charset="0"/>
        <a:buChar char="–"/>
        <a:defRPr sz="9053" kern="1200">
          <a:solidFill>
            <a:schemeClr val="tx1"/>
          </a:solidFill>
          <a:latin typeface="+mn-lt"/>
          <a:ea typeface="+mn-ea"/>
          <a:cs typeface="+mn-cs"/>
        </a:defRPr>
      </a:lvl2pPr>
      <a:lvl3pPr marL="3692487" indent="-738498" algn="l" defTabSz="2953990" rtl="0" eaLnBrk="1" latinLnBrk="0" hangingPunct="1">
        <a:spcBef>
          <a:spcPct val="20000"/>
        </a:spcBef>
        <a:buFont typeface="Arial" panose="020B0604020202020204" pitchFamily="34" charset="0"/>
        <a:buChar char="•"/>
        <a:defRPr sz="7780" kern="1200">
          <a:solidFill>
            <a:schemeClr val="tx1"/>
          </a:solidFill>
          <a:latin typeface="+mn-lt"/>
          <a:ea typeface="+mn-ea"/>
          <a:cs typeface="+mn-cs"/>
        </a:defRPr>
      </a:lvl3pPr>
      <a:lvl4pPr marL="5169481"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4pPr>
      <a:lvl5pPr marL="6646476"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5pPr>
      <a:lvl6pPr marL="8123471"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6pPr>
      <a:lvl7pPr marL="9600465"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7pPr>
      <a:lvl8pPr marL="11077460"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8pPr>
      <a:lvl9pPr marL="12554455" indent="-738498" algn="l" defTabSz="2953990" rtl="0" eaLnBrk="1" latinLnBrk="0" hangingPunct="1">
        <a:spcBef>
          <a:spcPct val="20000"/>
        </a:spcBef>
        <a:buFont typeface="Arial" panose="020B0604020202020204" pitchFamily="34" charset="0"/>
        <a:buChar char="•"/>
        <a:defRPr sz="6436" kern="1200">
          <a:solidFill>
            <a:schemeClr val="tx1"/>
          </a:solidFill>
          <a:latin typeface="+mn-lt"/>
          <a:ea typeface="+mn-ea"/>
          <a:cs typeface="+mn-cs"/>
        </a:defRPr>
      </a:lvl9pPr>
    </p:bodyStyle>
    <p:otherStyle>
      <a:defPPr>
        <a:defRPr lang="en-US"/>
      </a:defPPr>
      <a:lvl1pPr marL="0" algn="l" defTabSz="2953990" rtl="0" eaLnBrk="1" latinLnBrk="0" hangingPunct="1">
        <a:defRPr sz="5800" kern="1200">
          <a:solidFill>
            <a:schemeClr val="tx1"/>
          </a:solidFill>
          <a:latin typeface="+mn-lt"/>
          <a:ea typeface="+mn-ea"/>
          <a:cs typeface="+mn-cs"/>
        </a:defRPr>
      </a:lvl1pPr>
      <a:lvl2pPr marL="1476994" algn="l" defTabSz="2953990" rtl="0" eaLnBrk="1" latinLnBrk="0" hangingPunct="1">
        <a:defRPr sz="5800" kern="1200">
          <a:solidFill>
            <a:schemeClr val="tx1"/>
          </a:solidFill>
          <a:latin typeface="+mn-lt"/>
          <a:ea typeface="+mn-ea"/>
          <a:cs typeface="+mn-cs"/>
        </a:defRPr>
      </a:lvl2pPr>
      <a:lvl3pPr marL="2953990" algn="l" defTabSz="2953990" rtl="0" eaLnBrk="1" latinLnBrk="0" hangingPunct="1">
        <a:defRPr sz="5800" kern="1200">
          <a:solidFill>
            <a:schemeClr val="tx1"/>
          </a:solidFill>
          <a:latin typeface="+mn-lt"/>
          <a:ea typeface="+mn-ea"/>
          <a:cs typeface="+mn-cs"/>
        </a:defRPr>
      </a:lvl3pPr>
      <a:lvl4pPr marL="4430984" algn="l" defTabSz="2953990" rtl="0" eaLnBrk="1" latinLnBrk="0" hangingPunct="1">
        <a:defRPr sz="5800" kern="1200">
          <a:solidFill>
            <a:schemeClr val="tx1"/>
          </a:solidFill>
          <a:latin typeface="+mn-lt"/>
          <a:ea typeface="+mn-ea"/>
          <a:cs typeface="+mn-cs"/>
        </a:defRPr>
      </a:lvl4pPr>
      <a:lvl5pPr marL="5907979" algn="l" defTabSz="2953990" rtl="0" eaLnBrk="1" latinLnBrk="0" hangingPunct="1">
        <a:defRPr sz="5800" kern="1200">
          <a:solidFill>
            <a:schemeClr val="tx1"/>
          </a:solidFill>
          <a:latin typeface="+mn-lt"/>
          <a:ea typeface="+mn-ea"/>
          <a:cs typeface="+mn-cs"/>
        </a:defRPr>
      </a:lvl5pPr>
      <a:lvl6pPr marL="7384973" algn="l" defTabSz="2953990" rtl="0" eaLnBrk="1" latinLnBrk="0" hangingPunct="1">
        <a:defRPr sz="5800" kern="1200">
          <a:solidFill>
            <a:schemeClr val="tx1"/>
          </a:solidFill>
          <a:latin typeface="+mn-lt"/>
          <a:ea typeface="+mn-ea"/>
          <a:cs typeface="+mn-cs"/>
        </a:defRPr>
      </a:lvl6pPr>
      <a:lvl7pPr marL="8861968" algn="l" defTabSz="2953990" rtl="0" eaLnBrk="1" latinLnBrk="0" hangingPunct="1">
        <a:defRPr sz="5800" kern="1200">
          <a:solidFill>
            <a:schemeClr val="tx1"/>
          </a:solidFill>
          <a:latin typeface="+mn-lt"/>
          <a:ea typeface="+mn-ea"/>
          <a:cs typeface="+mn-cs"/>
        </a:defRPr>
      </a:lvl7pPr>
      <a:lvl8pPr marL="10338963" algn="l" defTabSz="2953990" rtl="0" eaLnBrk="1" latinLnBrk="0" hangingPunct="1">
        <a:defRPr sz="5800" kern="1200">
          <a:solidFill>
            <a:schemeClr val="tx1"/>
          </a:solidFill>
          <a:latin typeface="+mn-lt"/>
          <a:ea typeface="+mn-ea"/>
          <a:cs typeface="+mn-cs"/>
        </a:defRPr>
      </a:lvl8pPr>
      <a:lvl9pPr marL="11815957" algn="l" defTabSz="2953990"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hyperlink" Target="mailto:luos@tcd.ie" TargetMode="External"/><Relationship Id="rId13" Type="http://schemas.openxmlformats.org/officeDocument/2006/relationships/image" Target="../media/image9.png"/><Relationship Id="rId18" Type="http://schemas.openxmlformats.org/officeDocument/2006/relationships/image" Target="../media/image14.jpg"/><Relationship Id="rId26" Type="http://schemas.openxmlformats.org/officeDocument/2006/relationships/image" Target="../media/image22.png"/><Relationship Id="rId3" Type="http://schemas.openxmlformats.org/officeDocument/2006/relationships/image" Target="../media/image1.jpeg"/><Relationship Id="rId21" Type="http://schemas.openxmlformats.org/officeDocument/2006/relationships/image" Target="../media/image17.png"/><Relationship Id="rId7" Type="http://schemas.openxmlformats.org/officeDocument/2006/relationships/image" Target="../media/image5.jpeg"/><Relationship Id="rId12" Type="http://schemas.openxmlformats.org/officeDocument/2006/relationships/image" Target="../media/image8.png"/><Relationship Id="rId17" Type="http://schemas.openxmlformats.org/officeDocument/2006/relationships/image" Target="../media/image13.jpg"/><Relationship Id="rId25" Type="http://schemas.openxmlformats.org/officeDocument/2006/relationships/image" Target="../media/image21.png"/><Relationship Id="rId33" Type="http://schemas.openxmlformats.org/officeDocument/2006/relationships/image" Target="../media/image29.png"/><Relationship Id="rId2" Type="http://schemas.openxmlformats.org/officeDocument/2006/relationships/notesSlide" Target="../notesSlides/notesSlide1.xml"/><Relationship Id="rId16" Type="http://schemas.openxmlformats.org/officeDocument/2006/relationships/image" Target="../media/image12.jpg"/><Relationship Id="rId20" Type="http://schemas.openxmlformats.org/officeDocument/2006/relationships/image" Target="../media/image16.png"/><Relationship Id="rId29"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4.png"/><Relationship Id="rId11" Type="http://schemas.openxmlformats.org/officeDocument/2006/relationships/image" Target="../media/image7.png"/><Relationship Id="rId24" Type="http://schemas.openxmlformats.org/officeDocument/2006/relationships/image" Target="../media/image20.png"/><Relationship Id="rId32" Type="http://schemas.openxmlformats.org/officeDocument/2006/relationships/image" Target="../media/image28.png"/><Relationship Id="rId5" Type="http://schemas.openxmlformats.org/officeDocument/2006/relationships/image" Target="../media/image3.png"/><Relationship Id="rId15" Type="http://schemas.openxmlformats.org/officeDocument/2006/relationships/image" Target="../media/image11.png"/><Relationship Id="rId23" Type="http://schemas.openxmlformats.org/officeDocument/2006/relationships/image" Target="../media/image19.png"/><Relationship Id="rId28" Type="http://schemas.openxmlformats.org/officeDocument/2006/relationships/image" Target="../media/image24.png"/><Relationship Id="rId10" Type="http://schemas.openxmlformats.org/officeDocument/2006/relationships/image" Target="../media/image6.png"/><Relationship Id="rId19" Type="http://schemas.openxmlformats.org/officeDocument/2006/relationships/image" Target="../media/image15.jpg"/><Relationship Id="rId31" Type="http://schemas.openxmlformats.org/officeDocument/2006/relationships/image" Target="../media/image27.png"/><Relationship Id="rId4" Type="http://schemas.openxmlformats.org/officeDocument/2006/relationships/image" Target="../media/image2.png"/><Relationship Id="rId9" Type="http://schemas.openxmlformats.org/officeDocument/2006/relationships/hyperlink" Target="mailto:john.Dingliana@scss.tcd.ie" TargetMode="External"/><Relationship Id="rId14" Type="http://schemas.openxmlformats.org/officeDocument/2006/relationships/image" Target="../media/image10.png"/><Relationship Id="rId22" Type="http://schemas.openxmlformats.org/officeDocument/2006/relationships/image" Target="../media/image18.png"/><Relationship Id="rId27" Type="http://schemas.openxmlformats.org/officeDocument/2006/relationships/image" Target="../media/image23.png"/><Relationship Id="rId30"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1" name="Group 20"/>
          <p:cNvGrpSpPr/>
          <p:nvPr/>
        </p:nvGrpSpPr>
        <p:grpSpPr>
          <a:xfrm>
            <a:off x="-38853" y="3402262"/>
            <a:ext cx="30357681" cy="39246105"/>
            <a:chOff x="-38853" y="3472525"/>
            <a:chExt cx="30357681" cy="39246105"/>
          </a:xfrm>
        </p:grpSpPr>
        <p:pic>
          <p:nvPicPr>
            <p:cNvPr id="1031" name="Picture 7" descr="C:\Users\dinglijl\Desktop\Current Work\Admin\trinity-main-logo\trinity-common-use.jp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39649653"/>
              <a:ext cx="8893276" cy="3068977"/>
            </a:xfrm>
            <a:prstGeom prst="rect">
              <a:avLst/>
            </a:prstGeom>
            <a:noFill/>
            <a:extLst>
              <a:ext uri="{909E8E84-426E-40DD-AFC4-6F175D3DCCD1}">
                <a14:hiddenFill xmlns:a14="http://schemas.microsoft.com/office/drawing/2010/main">
                  <a:solidFill>
                    <a:srgbClr val="FFFFFF"/>
                  </a:solidFill>
                </a14:hiddenFill>
              </a:ext>
            </a:extLst>
          </p:spPr>
        </p:pic>
        <p:sp>
          <p:nvSpPr>
            <p:cNvPr id="14" name="Rectangle 13"/>
            <p:cNvSpPr/>
            <p:nvPr/>
          </p:nvSpPr>
          <p:spPr>
            <a:xfrm>
              <a:off x="-38853" y="3472525"/>
              <a:ext cx="30357681" cy="36177128"/>
            </a:xfrm>
            <a:prstGeom prst="rect">
              <a:avLst/>
            </a:prstGeom>
            <a:solidFill>
              <a:srgbClr val="0E73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E" sz="5800"/>
            </a:p>
          </p:txBody>
        </p:sp>
        <p:pic>
          <p:nvPicPr>
            <p:cNvPr id="69" name="Picture 68"/>
            <p:cNvPicPr>
              <a:picLocks noChangeAspect="1"/>
            </p:cNvPicPr>
            <p:nvPr/>
          </p:nvPicPr>
          <p:blipFill rotWithShape="1">
            <a:blip r:embed="rId4" cstate="print">
              <a:extLst>
                <a:ext uri="{28A0092B-C50C-407E-A947-70E740481C1C}">
                  <a14:useLocalDpi xmlns:a14="http://schemas.microsoft.com/office/drawing/2010/main" val="0"/>
                </a:ext>
              </a:extLst>
            </a:blip>
            <a:srcRect l="28576" t="3974" r="3958" b="558"/>
            <a:stretch/>
          </p:blipFill>
          <p:spPr>
            <a:xfrm>
              <a:off x="5411" y="3557912"/>
              <a:ext cx="30269153" cy="31990896"/>
            </a:xfrm>
            <a:prstGeom prst="rect">
              <a:avLst/>
            </a:prstGeom>
          </p:spPr>
        </p:pic>
        <p:pic>
          <p:nvPicPr>
            <p:cNvPr id="1030" name="Picture 6"/>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8138078" y="40510234"/>
              <a:ext cx="4272210" cy="170937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75" name="Picture 4"/>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bwMode="auto">
            <a:xfrm>
              <a:off x="22440253" y="39946199"/>
              <a:ext cx="2708846" cy="25359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43" name="Picture 19" descr="http://www.sfi.ie/assets/media/files/downloads/Publications/SFI(English)Stacked.jpg"/>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5623774" y="39776484"/>
              <a:ext cx="4499823" cy="2780583"/>
            </a:xfrm>
            <a:prstGeom prst="rect">
              <a:avLst/>
            </a:prstGeom>
            <a:noFill/>
            <a:extLst>
              <a:ext uri="{909E8E84-426E-40DD-AFC4-6F175D3DCCD1}">
                <a14:hiddenFill xmlns:a14="http://schemas.microsoft.com/office/drawing/2010/main">
                  <a:solidFill>
                    <a:srgbClr val="FFFFFF"/>
                  </a:solidFill>
                </a14:hiddenFill>
              </a:ext>
            </a:extLst>
          </p:spPr>
        </p:pic>
      </p:grpSp>
      <p:sp>
        <p:nvSpPr>
          <p:cNvPr id="4" name="AutoShape 5" descr="gv2logo_white.jpg"/>
          <p:cNvSpPr>
            <a:spLocks noChangeAspect="1" noChangeArrowheads="1"/>
          </p:cNvSpPr>
          <p:nvPr/>
        </p:nvSpPr>
        <p:spPr bwMode="auto">
          <a:xfrm>
            <a:off x="-8260349" y="32669435"/>
            <a:ext cx="215596" cy="215596"/>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64679" tIns="32339" rIns="64679" bIns="32339" numCol="1" anchor="t" anchorCtr="0" compatLnSpc="1">
            <a:prstTxWarp prst="textNoShape">
              <a:avLst/>
            </a:prstTxWarp>
          </a:bodyPr>
          <a:lstStyle/>
          <a:p>
            <a:endParaRPr lang="en-IE" sz="5800"/>
          </a:p>
        </p:txBody>
      </p:sp>
      <p:grpSp>
        <p:nvGrpSpPr>
          <p:cNvPr id="9" name="Group 8"/>
          <p:cNvGrpSpPr/>
          <p:nvPr/>
        </p:nvGrpSpPr>
        <p:grpSpPr>
          <a:xfrm>
            <a:off x="709757" y="3725243"/>
            <a:ext cx="14235241" cy="5892112"/>
            <a:chOff x="709758" y="4287190"/>
            <a:chExt cx="13091313" cy="8440561"/>
          </a:xfrm>
        </p:grpSpPr>
        <p:sp>
          <p:nvSpPr>
            <p:cNvPr id="22" name="Text Box 2032"/>
            <p:cNvSpPr txBox="1">
              <a:spLocks noChangeArrowheads="1"/>
            </p:cNvSpPr>
            <p:nvPr/>
          </p:nvSpPr>
          <p:spPr bwMode="auto">
            <a:xfrm>
              <a:off x="810395" y="4287190"/>
              <a:ext cx="7632848" cy="1169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6806" tIns="38403" rIns="76806" bIns="38403">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4800" b="1" dirty="0">
                  <a:solidFill>
                    <a:schemeClr val="bg1"/>
                  </a:solidFill>
                  <a:latin typeface="+mn-lt"/>
                </a:rPr>
                <a:t>Main Contributions</a:t>
              </a:r>
            </a:p>
          </p:txBody>
        </p:sp>
        <p:sp>
          <p:nvSpPr>
            <p:cNvPr id="24" name="Text Box 2160"/>
            <p:cNvSpPr txBox="1">
              <a:spLocks noChangeArrowheads="1"/>
            </p:cNvSpPr>
            <p:nvPr/>
          </p:nvSpPr>
          <p:spPr bwMode="auto">
            <a:xfrm>
              <a:off x="709758" y="6055600"/>
              <a:ext cx="13091313" cy="66721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marL="626544" indent="-626544" algn="just">
                <a:spcAft>
                  <a:spcPts val="1800"/>
                </a:spcAft>
                <a:buClr>
                  <a:schemeClr val="bg1"/>
                </a:buClr>
                <a:buSzPct val="150000"/>
                <a:buFont typeface="Wingdings" pitchFamily="2" charset="2"/>
                <a:buChar char="v"/>
              </a:pPr>
              <a:r>
                <a:rPr lang="en-IE" altLang="en-US" sz="2800" dirty="0">
                  <a:solidFill>
                    <a:schemeClr val="bg1"/>
                  </a:solidFill>
                  <a:latin typeface="+mn-lt"/>
                </a:rPr>
                <a:t>We present a technique which enables a user to modify the visualization of a 3D volume dataset by clicking on a 2D region of the rendered image and applying image operations such as changing the </a:t>
              </a:r>
              <a:r>
                <a:rPr lang="en-IE" altLang="en-US" sz="2800" dirty="0" err="1">
                  <a:solidFill>
                    <a:schemeClr val="bg1"/>
                  </a:solidFill>
                  <a:latin typeface="+mn-lt"/>
                </a:rPr>
                <a:t>color</a:t>
              </a:r>
              <a:r>
                <a:rPr lang="en-IE" altLang="en-US" sz="2800" dirty="0">
                  <a:solidFill>
                    <a:schemeClr val="bg1"/>
                  </a:solidFill>
                  <a:latin typeface="+mn-lt"/>
                </a:rPr>
                <a:t> or opacity of the materials in the region</a:t>
              </a:r>
            </a:p>
            <a:p>
              <a:pPr marL="626544" indent="-626544" algn="just">
                <a:spcAft>
                  <a:spcPts val="1800"/>
                </a:spcAft>
                <a:buClr>
                  <a:schemeClr val="bg1"/>
                </a:buClr>
                <a:buSzPct val="150000"/>
                <a:buFont typeface="Wingdings" pitchFamily="2" charset="2"/>
                <a:buChar char="v"/>
              </a:pPr>
              <a:r>
                <a:rPr lang="en-IE" altLang="en-US" sz="2800" dirty="0">
                  <a:solidFill>
                    <a:schemeClr val="bg1"/>
                  </a:solidFill>
                  <a:latin typeface="+mn-lt"/>
                </a:rPr>
                <a:t>Our main contribution is a means by which, we can infer, from a selected 2D region, what parts of the 3D dataset the user wishes to change.</a:t>
              </a:r>
            </a:p>
            <a:p>
              <a:pPr marL="626544" indent="-626544" algn="just">
                <a:spcAft>
                  <a:spcPts val="1800"/>
                </a:spcAft>
                <a:buClr>
                  <a:schemeClr val="bg1"/>
                </a:buClr>
                <a:buSzPct val="150000"/>
                <a:buFont typeface="Wingdings" pitchFamily="2" charset="2"/>
                <a:buChar char="v"/>
              </a:pPr>
              <a:r>
                <a:rPr lang="en-IE" altLang="en-US" sz="2800" dirty="0">
                  <a:solidFill>
                    <a:schemeClr val="bg1"/>
                  </a:solidFill>
                  <a:latin typeface="+mn-lt"/>
                </a:rPr>
                <a:t>This is done be weighting the data in the selected region based on the proportion of materials visible to the user within the region.  Specifically,  this is represented by what we call the </a:t>
              </a:r>
              <a:r>
                <a:rPr lang="en-IE" altLang="en-US" sz="2800" i="1" dirty="0">
                  <a:solidFill>
                    <a:schemeClr val="bg1"/>
                  </a:solidFill>
                  <a:latin typeface="+mn-lt"/>
                </a:rPr>
                <a:t>Relative Visibility Histogram,</a:t>
              </a:r>
              <a:r>
                <a:rPr lang="en-IE" altLang="en-US" sz="2800" dirty="0">
                  <a:solidFill>
                    <a:schemeClr val="bg1"/>
                  </a:solidFill>
                  <a:latin typeface="+mn-lt"/>
                </a:rPr>
                <a:t> derived from the relationship between global visibility and local visibility of features in the selected region. </a:t>
              </a:r>
            </a:p>
            <a:p>
              <a:pPr marL="626544" indent="-626544" algn="just">
                <a:spcAft>
                  <a:spcPts val="1800"/>
                </a:spcAft>
                <a:buClr>
                  <a:schemeClr val="bg1"/>
                </a:buClr>
                <a:buSzPct val="150000"/>
                <a:buFont typeface="Wingdings" pitchFamily="2" charset="2"/>
                <a:buChar char="v"/>
              </a:pPr>
              <a:r>
                <a:rPr lang="en-GB" altLang="en-US" sz="2800" dirty="0">
                  <a:solidFill>
                    <a:schemeClr val="bg1"/>
                  </a:solidFill>
                  <a:latin typeface="+mn-lt"/>
                </a:rPr>
                <a:t>Compared to other similar techniques, our approach is relatively lightweight, requiring only intermediate information about visibility of data samples. It is thus simple to implement and performs in real-time.</a:t>
              </a:r>
              <a:endParaRPr lang="en-IE" altLang="en-US" sz="2800" dirty="0">
                <a:solidFill>
                  <a:schemeClr val="bg1"/>
                </a:solidFill>
                <a:latin typeface="+mn-lt"/>
              </a:endParaRPr>
            </a:p>
            <a:p>
              <a:pPr marL="626544" indent="-626544" algn="just">
                <a:spcAft>
                  <a:spcPts val="1800"/>
                </a:spcAft>
                <a:buClr>
                  <a:schemeClr val="bg1"/>
                </a:buClr>
                <a:buSzPct val="150000"/>
                <a:buFont typeface="Wingdings" pitchFamily="2" charset="2"/>
                <a:buChar char="v"/>
              </a:pPr>
              <a:endParaRPr lang="en-IE" altLang="en-US" sz="2800" dirty="0">
                <a:solidFill>
                  <a:schemeClr val="bg1"/>
                </a:solidFill>
                <a:latin typeface="+mn-lt"/>
              </a:endParaRPr>
            </a:p>
          </p:txBody>
        </p:sp>
      </p:grpSp>
      <p:grpSp>
        <p:nvGrpSpPr>
          <p:cNvPr id="10" name="Group 9"/>
          <p:cNvGrpSpPr/>
          <p:nvPr/>
        </p:nvGrpSpPr>
        <p:grpSpPr>
          <a:xfrm>
            <a:off x="712463" y="15571614"/>
            <a:ext cx="14357392" cy="8860122"/>
            <a:chOff x="798465" y="15720581"/>
            <a:chExt cx="12947264" cy="7490639"/>
          </a:xfrm>
        </p:grpSpPr>
        <p:sp>
          <p:nvSpPr>
            <p:cNvPr id="23" name="Text Box 2038"/>
            <p:cNvSpPr txBox="1">
              <a:spLocks noChangeArrowheads="1"/>
            </p:cNvSpPr>
            <p:nvPr/>
          </p:nvSpPr>
          <p:spPr bwMode="auto">
            <a:xfrm>
              <a:off x="798465" y="16576205"/>
              <a:ext cx="12947264" cy="66350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marL="530225" indent="-441325" algn="just">
                <a:buClr>
                  <a:schemeClr val="bg1"/>
                </a:buClr>
                <a:buSzPct val="120000"/>
                <a:buFont typeface="Wingdings" panose="05000000000000000000" pitchFamily="2" charset="2"/>
                <a:buChar char="v"/>
              </a:pPr>
              <a:r>
                <a:rPr lang="en-GB" altLang="en-US" sz="2800" dirty="0">
                  <a:solidFill>
                    <a:schemeClr val="bg1"/>
                  </a:solidFill>
                  <a:latin typeface="+mn-lt"/>
                </a:rPr>
                <a:t>A recurring challenge in volume visualization, is defining effective transfer functions, which assign optical properties such as </a:t>
              </a:r>
              <a:r>
                <a:rPr lang="en-GB" altLang="en-US" sz="2800" dirty="0" err="1">
                  <a:solidFill>
                    <a:schemeClr val="bg1"/>
                  </a:solidFill>
                  <a:latin typeface="+mn-lt"/>
                </a:rPr>
                <a:t>color</a:t>
              </a:r>
              <a:r>
                <a:rPr lang="en-GB" altLang="en-US" sz="2800" dirty="0">
                  <a:solidFill>
                    <a:schemeClr val="bg1"/>
                  </a:solidFill>
                  <a:latin typeface="+mn-lt"/>
                </a:rPr>
                <a:t> and opacity to specific data ranges for visualization. Due to the non-linear relationship between the transfer function and the resultant rendering, the process of editing transfer functions is often un-intuitive, typically necessitating a trial-and-error process. </a:t>
              </a:r>
            </a:p>
            <a:p>
              <a:pPr marL="530225" indent="-441325" algn="just">
                <a:buClr>
                  <a:schemeClr val="bg1"/>
                </a:buClr>
                <a:buSzPct val="120000"/>
                <a:buFont typeface="Wingdings" panose="05000000000000000000" pitchFamily="2" charset="2"/>
                <a:buChar char="v"/>
              </a:pPr>
              <a:endParaRPr lang="en-GB" altLang="en-US" sz="2800" dirty="0">
                <a:solidFill>
                  <a:schemeClr val="bg1"/>
                </a:solidFill>
                <a:latin typeface="+mn-lt"/>
              </a:endParaRPr>
            </a:p>
            <a:p>
              <a:pPr marL="530225" indent="-441325" algn="just">
                <a:buClr>
                  <a:schemeClr val="bg1"/>
                </a:buClr>
                <a:buSzPct val="120000"/>
                <a:buFont typeface="Wingdings" panose="05000000000000000000" pitchFamily="2" charset="2"/>
                <a:buChar char="v"/>
              </a:pPr>
              <a:r>
                <a:rPr lang="en-GB" altLang="en-US" sz="2800" dirty="0">
                  <a:solidFill>
                    <a:schemeClr val="bg1"/>
                  </a:solidFill>
                  <a:latin typeface="+mn-lt"/>
                </a:rPr>
                <a:t>It is desirable to have an output sensitive approach where the user can more directly control the appearance of the visualization, without explicit knowledge of the transfer function. </a:t>
              </a:r>
            </a:p>
            <a:p>
              <a:pPr marL="530225" indent="-441325" algn="just">
                <a:buClr>
                  <a:schemeClr val="bg1"/>
                </a:buClr>
                <a:buSzPct val="120000"/>
                <a:buFont typeface="Wingdings" panose="05000000000000000000" pitchFamily="2" charset="2"/>
                <a:buChar char="v"/>
              </a:pPr>
              <a:endParaRPr lang="en-GB" altLang="en-US" sz="2800" dirty="0">
                <a:solidFill>
                  <a:schemeClr val="bg1"/>
                </a:solidFill>
                <a:latin typeface="+mn-lt"/>
              </a:endParaRPr>
            </a:p>
            <a:p>
              <a:pPr marL="530225" indent="-441325" algn="just">
                <a:buClr>
                  <a:schemeClr val="bg1"/>
                </a:buClr>
                <a:buSzPct val="120000"/>
                <a:buFont typeface="Wingdings" panose="05000000000000000000" pitchFamily="2" charset="2"/>
                <a:buChar char="v"/>
              </a:pPr>
              <a:r>
                <a:rPr lang="en-GB" altLang="en-US" sz="2800" dirty="0">
                  <a:solidFill>
                    <a:schemeClr val="bg1"/>
                  </a:solidFill>
                  <a:latin typeface="+mn-lt"/>
                </a:rPr>
                <a:t>However, directly manipulating 3D data based on the output image is challenging due to the inherent ambiguity of what 3D feature is visible at a particular point in a 2D image (the classic picking problem in 3D computer graphics) and this is exacerbated in volume data where several translucent features may be simultaneously visible under any pixel.</a:t>
              </a:r>
            </a:p>
            <a:p>
              <a:pPr marL="530225" indent="-441325" algn="just">
                <a:buClr>
                  <a:schemeClr val="bg1"/>
                </a:buClr>
                <a:buSzPct val="120000"/>
                <a:buFont typeface="Wingdings" panose="05000000000000000000" pitchFamily="2" charset="2"/>
                <a:buChar char="v"/>
              </a:pPr>
              <a:endParaRPr lang="en-GB" altLang="en-US" sz="2800" dirty="0">
                <a:solidFill>
                  <a:schemeClr val="bg1"/>
                </a:solidFill>
                <a:latin typeface="+mn-lt"/>
              </a:endParaRPr>
            </a:p>
            <a:p>
              <a:pPr marL="530225" indent="-441325" algn="just">
                <a:buClr>
                  <a:schemeClr val="bg1"/>
                </a:buClr>
                <a:buSzPct val="120000"/>
                <a:buFont typeface="Wingdings" panose="05000000000000000000" pitchFamily="2" charset="2"/>
                <a:buChar char="v"/>
              </a:pPr>
              <a:r>
                <a:rPr lang="en-GB" altLang="en-US" sz="2800" dirty="0">
                  <a:solidFill>
                    <a:schemeClr val="bg1"/>
                  </a:solidFill>
                  <a:latin typeface="+mn-lt"/>
                </a:rPr>
                <a:t>We address this by using voxel visibility information to infer what the user intends to select in a selected region.</a:t>
              </a:r>
            </a:p>
            <a:p>
              <a:pPr marL="530225" indent="-441325" algn="just">
                <a:buClr>
                  <a:schemeClr val="bg1"/>
                </a:buClr>
                <a:buSzPct val="120000"/>
                <a:buFont typeface="Wingdings" panose="05000000000000000000" pitchFamily="2" charset="2"/>
                <a:buChar char="v"/>
              </a:pPr>
              <a:endParaRPr lang="en-GB" altLang="en-US" sz="2800" dirty="0">
                <a:solidFill>
                  <a:schemeClr val="bg1"/>
                </a:solidFill>
                <a:latin typeface="+mn-lt"/>
              </a:endParaRPr>
            </a:p>
            <a:p>
              <a:pPr marL="530225" indent="-441325" algn="just">
                <a:buClr>
                  <a:schemeClr val="bg1"/>
                </a:buClr>
                <a:buSzPct val="120000"/>
                <a:buFont typeface="Wingdings" panose="05000000000000000000" pitchFamily="2" charset="2"/>
                <a:buChar char="v"/>
              </a:pPr>
              <a:endParaRPr lang="en-US" altLang="en-US" sz="2800" dirty="0">
                <a:solidFill>
                  <a:schemeClr val="bg1"/>
                </a:solidFill>
                <a:latin typeface="+mn-lt"/>
              </a:endParaRPr>
            </a:p>
          </p:txBody>
        </p:sp>
        <p:sp>
          <p:nvSpPr>
            <p:cNvPr id="25" name="Text Box 2032"/>
            <p:cNvSpPr txBox="1">
              <a:spLocks noChangeArrowheads="1"/>
            </p:cNvSpPr>
            <p:nvPr/>
          </p:nvSpPr>
          <p:spPr bwMode="auto">
            <a:xfrm>
              <a:off x="824551" y="15720581"/>
              <a:ext cx="10132425" cy="69005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76806" tIns="38403" rIns="76806" bIns="38403">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defRPr/>
              </a:pPr>
              <a:r>
                <a:rPr lang="en-US" altLang="en-US" sz="4800" b="1" dirty="0">
                  <a:solidFill>
                    <a:schemeClr val="bg1"/>
                  </a:solidFill>
                  <a:latin typeface="+mn-lt"/>
                </a:rPr>
                <a:t>Background and Motivations</a:t>
              </a:r>
            </a:p>
          </p:txBody>
        </p:sp>
      </p:grpSp>
      <p:sp>
        <p:nvSpPr>
          <p:cNvPr id="26" name="Rectangle 2033"/>
          <p:cNvSpPr>
            <a:spLocks noChangeArrowheads="1"/>
          </p:cNvSpPr>
          <p:nvPr/>
        </p:nvSpPr>
        <p:spPr bwMode="auto">
          <a:xfrm>
            <a:off x="738387" y="521942"/>
            <a:ext cx="28471989" cy="15476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984" tIns="54493" rIns="108984" bIns="54493" anchor="ctr"/>
          <a:lstStyle>
            <a:lvl1pPr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r>
              <a:rPr lang="en-IE" altLang="en-US" sz="6600" b="1" dirty="0">
                <a:solidFill>
                  <a:srgbClr val="0E73B9"/>
                </a:solidFill>
                <a:latin typeface="+mn-lt"/>
              </a:rPr>
              <a:t>Intuitive Transfer Function Editing Using Relative Visibility Histograms</a:t>
            </a:r>
            <a:endParaRPr lang="en-US" altLang="en-US" sz="6600" b="1" i="1" dirty="0">
              <a:solidFill>
                <a:srgbClr val="0E73B9"/>
              </a:solidFill>
              <a:latin typeface="+mn-lt"/>
            </a:endParaRPr>
          </a:p>
        </p:txBody>
      </p:sp>
      <p:sp>
        <p:nvSpPr>
          <p:cNvPr id="27" name="Rectangle 2034"/>
          <p:cNvSpPr>
            <a:spLocks noChangeArrowheads="1"/>
          </p:cNvSpPr>
          <p:nvPr/>
        </p:nvSpPr>
        <p:spPr bwMode="auto">
          <a:xfrm>
            <a:off x="843948" y="1835315"/>
            <a:ext cx="28260865" cy="107506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108984" tIns="54493" rIns="108984" bIns="54493" anchor="ctr"/>
          <a:lstStyle>
            <a:lvl1pPr defTabSz="1085850">
              <a:defRPr sz="2400">
                <a:solidFill>
                  <a:schemeClr val="tx1"/>
                </a:solidFill>
                <a:latin typeface="Times New Roman" pitchFamily="18" charset="0"/>
              </a:defRPr>
            </a:lvl1pPr>
            <a:lvl2pPr marL="882650" indent="-339725" defTabSz="1085850">
              <a:defRPr sz="2400">
                <a:solidFill>
                  <a:schemeClr val="tx1"/>
                </a:solidFill>
                <a:latin typeface="Times New Roman" pitchFamily="18" charset="0"/>
              </a:defRPr>
            </a:lvl2pPr>
            <a:lvl3pPr marL="1357313" indent="-271463" defTabSz="1085850">
              <a:defRPr sz="2400">
                <a:solidFill>
                  <a:schemeClr val="tx1"/>
                </a:solidFill>
                <a:latin typeface="Times New Roman" pitchFamily="18" charset="0"/>
              </a:defRPr>
            </a:lvl3pPr>
            <a:lvl4pPr marL="1900238" indent="-271463" defTabSz="1085850">
              <a:defRPr sz="2400">
                <a:solidFill>
                  <a:schemeClr val="tx1"/>
                </a:solidFill>
                <a:latin typeface="Times New Roman" pitchFamily="18" charset="0"/>
              </a:defRPr>
            </a:lvl4pPr>
            <a:lvl5pPr marL="2443163" indent="-271463" defTabSz="1085850">
              <a:defRPr sz="2400">
                <a:solidFill>
                  <a:schemeClr val="tx1"/>
                </a:solidFill>
                <a:latin typeface="Times New Roman" pitchFamily="18" charset="0"/>
              </a:defRPr>
            </a:lvl5pPr>
            <a:lvl6pPr marL="2900363" indent="-271463" defTabSz="1085850" eaLnBrk="0" fontAlgn="base" hangingPunct="0">
              <a:spcBef>
                <a:spcPct val="0"/>
              </a:spcBef>
              <a:spcAft>
                <a:spcPct val="0"/>
              </a:spcAft>
              <a:defRPr sz="2400">
                <a:solidFill>
                  <a:schemeClr val="tx1"/>
                </a:solidFill>
                <a:latin typeface="Times New Roman" pitchFamily="18" charset="0"/>
              </a:defRPr>
            </a:lvl6pPr>
            <a:lvl7pPr marL="3357563" indent="-271463" defTabSz="1085850" eaLnBrk="0" fontAlgn="base" hangingPunct="0">
              <a:spcBef>
                <a:spcPct val="0"/>
              </a:spcBef>
              <a:spcAft>
                <a:spcPct val="0"/>
              </a:spcAft>
              <a:defRPr sz="2400">
                <a:solidFill>
                  <a:schemeClr val="tx1"/>
                </a:solidFill>
                <a:latin typeface="Times New Roman" pitchFamily="18" charset="0"/>
              </a:defRPr>
            </a:lvl7pPr>
            <a:lvl8pPr marL="3814763" indent="-271463" defTabSz="1085850" eaLnBrk="0" fontAlgn="base" hangingPunct="0">
              <a:spcBef>
                <a:spcPct val="0"/>
              </a:spcBef>
              <a:spcAft>
                <a:spcPct val="0"/>
              </a:spcAft>
              <a:defRPr sz="2400">
                <a:solidFill>
                  <a:schemeClr val="tx1"/>
                </a:solidFill>
                <a:latin typeface="Times New Roman" pitchFamily="18" charset="0"/>
              </a:defRPr>
            </a:lvl8pPr>
            <a:lvl9pPr marL="4271963" indent="-271463" defTabSz="1085850" eaLnBrk="0" fontAlgn="base" hangingPunct="0">
              <a:spcBef>
                <a:spcPct val="0"/>
              </a:spcBef>
              <a:spcAft>
                <a:spcPct val="0"/>
              </a:spcAft>
              <a:defRPr sz="2400">
                <a:solidFill>
                  <a:schemeClr val="tx1"/>
                </a:solidFill>
                <a:latin typeface="Times New Roman" pitchFamily="18" charset="0"/>
              </a:defRPr>
            </a:lvl9pPr>
          </a:lstStyle>
          <a:p>
            <a:pPr>
              <a:spcAft>
                <a:spcPts val="600"/>
              </a:spcAft>
            </a:pPr>
            <a:br>
              <a:rPr lang="en-US" altLang="en-US" sz="3112" b="1" i="1" dirty="0">
                <a:solidFill>
                  <a:srgbClr val="53565A"/>
                </a:solidFill>
                <a:latin typeface="+mn-lt"/>
              </a:rPr>
            </a:br>
            <a:r>
              <a:rPr lang="en-US" altLang="en-US" sz="3112" dirty="0" err="1">
                <a:solidFill>
                  <a:srgbClr val="53565A"/>
                </a:solidFill>
                <a:latin typeface="+mn-lt"/>
              </a:rPr>
              <a:t>Shengzhou</a:t>
            </a:r>
            <a:r>
              <a:rPr lang="en-US" altLang="en-US" sz="3112" dirty="0">
                <a:solidFill>
                  <a:srgbClr val="53565A"/>
                </a:solidFill>
                <a:latin typeface="+mn-lt"/>
              </a:rPr>
              <a:t> Luo and </a:t>
            </a:r>
            <a:r>
              <a:rPr lang="en-IE" altLang="en-US" sz="3112" dirty="0">
                <a:solidFill>
                  <a:srgbClr val="53565A"/>
                </a:solidFill>
                <a:latin typeface="+mn-lt"/>
              </a:rPr>
              <a:t>John Dingliana     Contact: </a:t>
            </a:r>
            <a:r>
              <a:rPr lang="en-IE" altLang="en-US" sz="3112" dirty="0">
                <a:solidFill>
                  <a:srgbClr val="53565A"/>
                </a:solidFill>
                <a:latin typeface="+mn-lt"/>
                <a:hlinkClick r:id="rId8"/>
              </a:rPr>
              <a:t>luos@tcd.ie</a:t>
            </a:r>
            <a:r>
              <a:rPr lang="en-IE" altLang="en-US" sz="3112" dirty="0">
                <a:solidFill>
                  <a:srgbClr val="53565A"/>
                </a:solidFill>
                <a:latin typeface="+mn-lt"/>
              </a:rPr>
              <a:t> | </a:t>
            </a:r>
            <a:r>
              <a:rPr lang="en-IE" altLang="en-US" sz="3112" dirty="0">
                <a:solidFill>
                  <a:srgbClr val="53565A"/>
                </a:solidFill>
                <a:latin typeface="+mn-lt"/>
                <a:hlinkClick r:id="rId9"/>
              </a:rPr>
              <a:t>john.Dingliana@scss.tcd.ie</a:t>
            </a:r>
            <a:r>
              <a:rPr lang="en-IE" altLang="en-US" sz="3112" dirty="0">
                <a:solidFill>
                  <a:srgbClr val="53565A"/>
                </a:solidFill>
                <a:latin typeface="+mn-lt"/>
              </a:rPr>
              <a:t> </a:t>
            </a:r>
            <a:endParaRPr lang="en-US" altLang="en-US" sz="3112" baseline="30000" dirty="0">
              <a:solidFill>
                <a:srgbClr val="53565A"/>
              </a:solidFill>
              <a:latin typeface="+mn-lt"/>
            </a:endParaRPr>
          </a:p>
          <a:p>
            <a:r>
              <a:rPr lang="en-IE" altLang="en-US" sz="2546" dirty="0">
                <a:solidFill>
                  <a:srgbClr val="53565A"/>
                </a:solidFill>
                <a:latin typeface="+mn-lt"/>
              </a:rPr>
              <a:t>Graphics Vision and Visualisation Group (GV2), School of Computer Science and Statistics, Trinity College Dublin (Ireland)</a:t>
            </a:r>
          </a:p>
          <a:p>
            <a:endParaRPr lang="en-US" altLang="en-US" sz="3112" b="1" i="1" baseline="30000" dirty="0">
              <a:solidFill>
                <a:srgbClr val="53565A"/>
              </a:solidFill>
              <a:latin typeface="+mn-lt"/>
            </a:endParaRPr>
          </a:p>
        </p:txBody>
      </p:sp>
      <p:grpSp>
        <p:nvGrpSpPr>
          <p:cNvPr id="17" name="Group 16"/>
          <p:cNvGrpSpPr/>
          <p:nvPr/>
        </p:nvGrpSpPr>
        <p:grpSpPr>
          <a:xfrm>
            <a:off x="15736125" y="11490846"/>
            <a:ext cx="13668582" cy="21286387"/>
            <a:chOff x="15724151" y="11469285"/>
            <a:chExt cx="13122808" cy="15837011"/>
          </a:xfrm>
        </p:grpSpPr>
        <p:sp>
          <p:nvSpPr>
            <p:cNvPr id="42" name="Text Box 2172"/>
            <p:cNvSpPr txBox="1">
              <a:spLocks noChangeArrowheads="1"/>
            </p:cNvSpPr>
            <p:nvPr/>
          </p:nvSpPr>
          <p:spPr bwMode="auto">
            <a:xfrm>
              <a:off x="15795318" y="11469285"/>
              <a:ext cx="8706391" cy="6180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defRPr/>
              </a:pPr>
              <a:r>
                <a:rPr lang="en-US" altLang="en-US" sz="4800" b="1" dirty="0">
                  <a:solidFill>
                    <a:schemeClr val="bg1"/>
                  </a:solidFill>
                  <a:latin typeface="+mn-lt"/>
                </a:rPr>
                <a:t>Results</a:t>
              </a:r>
            </a:p>
          </p:txBody>
        </p:sp>
        <p:sp>
          <p:nvSpPr>
            <p:cNvPr id="43" name="Text Box 2173"/>
            <p:cNvSpPr txBox="1">
              <a:spLocks noChangeArrowheads="1"/>
            </p:cNvSpPr>
            <p:nvPr/>
          </p:nvSpPr>
          <p:spPr bwMode="auto">
            <a:xfrm>
              <a:off x="15724151" y="24066906"/>
              <a:ext cx="13122808" cy="3239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marL="457200" indent="-457200"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algn="just">
                <a:spcAft>
                  <a:spcPct val="30000"/>
                </a:spcAft>
                <a:buClr>
                  <a:schemeClr val="bg1"/>
                </a:buClr>
                <a:buSzPct val="150000"/>
                <a:buFont typeface="Wingdings" pitchFamily="2" charset="2"/>
                <a:buChar char="v"/>
              </a:pPr>
              <a:endParaRPr lang="en-IE" altLang="en-US" sz="1273" dirty="0">
                <a:solidFill>
                  <a:schemeClr val="bg1"/>
                </a:solidFill>
                <a:latin typeface="+mn-lt"/>
              </a:endParaRPr>
            </a:p>
            <a:p>
              <a:pPr marL="626544" indent="-626544" algn="just">
                <a:spcAft>
                  <a:spcPct val="30000"/>
                </a:spcAft>
                <a:buClr>
                  <a:schemeClr val="bg1"/>
                </a:buClr>
                <a:buSzPct val="150000"/>
                <a:buFont typeface="Wingdings" pitchFamily="2" charset="2"/>
                <a:buChar char="v"/>
              </a:pPr>
              <a:r>
                <a:rPr lang="en-IE" altLang="en-US" sz="2800" dirty="0">
                  <a:solidFill>
                    <a:schemeClr val="bg1"/>
                  </a:solidFill>
                  <a:latin typeface="+mn-lt"/>
                </a:rPr>
                <a:t>This approach is implemented with a GPU-</a:t>
              </a:r>
              <a:r>
                <a:rPr lang="en-IE" altLang="en-US" sz="2800" dirty="0" err="1">
                  <a:solidFill>
                    <a:schemeClr val="bg1"/>
                  </a:solidFill>
                  <a:latin typeface="+mn-lt"/>
                </a:rPr>
                <a:t>Raycast</a:t>
              </a:r>
              <a:r>
                <a:rPr lang="en-IE" altLang="en-US" sz="2800" dirty="0">
                  <a:solidFill>
                    <a:schemeClr val="bg1"/>
                  </a:solidFill>
                  <a:latin typeface="+mn-lt"/>
                </a:rPr>
                <a:t> volume renderer with the visibility computation and rendering implemented on a GPU using CUDA. The implementation is quite lightweight, and achieves real-time performance (over 36  frames per second) for the datasets tested on a computer equipped with an Intel Xeon E3-1246 v3 CPU and a NVIDIA Quadro K4200 graphics card.</a:t>
              </a:r>
            </a:p>
            <a:p>
              <a:pPr marL="626544" indent="-626544" algn="just">
                <a:spcAft>
                  <a:spcPct val="30000"/>
                </a:spcAft>
                <a:buClr>
                  <a:schemeClr val="bg1"/>
                </a:buClr>
                <a:buSzPct val="150000"/>
                <a:buFont typeface="Wingdings" pitchFamily="2" charset="2"/>
                <a:buChar char="v"/>
              </a:pPr>
              <a:r>
                <a:rPr lang="en-IE" altLang="en-US" sz="2800" dirty="0">
                  <a:solidFill>
                    <a:schemeClr val="bg1"/>
                  </a:solidFill>
                  <a:latin typeface="+mn-lt"/>
                </a:rPr>
                <a:t>The examples show that the technique can be applied effectively to a range of different datasets and transfer functions. Although we only show single step examples here for illustration, it can be used for iterative editing akin to a progressive fill tool for a large number successive of operations.</a:t>
              </a:r>
              <a:endParaRPr lang="en-IE" altLang="en-US" sz="1980" dirty="0">
                <a:solidFill>
                  <a:schemeClr val="bg1"/>
                </a:solidFill>
                <a:latin typeface="+mn-lt"/>
              </a:endParaRPr>
            </a:p>
          </p:txBody>
        </p:sp>
      </p:grpSp>
      <p:grpSp>
        <p:nvGrpSpPr>
          <p:cNvPr id="84" name="Group 83"/>
          <p:cNvGrpSpPr/>
          <p:nvPr/>
        </p:nvGrpSpPr>
        <p:grpSpPr>
          <a:xfrm>
            <a:off x="15779001" y="3827666"/>
            <a:ext cx="13818359" cy="8338046"/>
            <a:chOff x="15826610" y="23426797"/>
            <a:chExt cx="12698085" cy="7262726"/>
          </a:xfrm>
        </p:grpSpPr>
        <p:sp>
          <p:nvSpPr>
            <p:cNvPr id="85" name="Text Box 2172"/>
            <p:cNvSpPr txBox="1">
              <a:spLocks noChangeArrowheads="1"/>
            </p:cNvSpPr>
            <p:nvPr/>
          </p:nvSpPr>
          <p:spPr bwMode="auto">
            <a:xfrm>
              <a:off x="15875364" y="23426797"/>
              <a:ext cx="12649331" cy="72362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defRPr/>
              </a:pPr>
              <a:r>
                <a:rPr lang="en-IE" altLang="en-US" sz="4800" b="1" dirty="0" err="1">
                  <a:solidFill>
                    <a:schemeClr val="bg1"/>
                  </a:solidFill>
                  <a:latin typeface="+mn-lt"/>
                </a:rPr>
                <a:t>Color</a:t>
              </a:r>
              <a:r>
                <a:rPr lang="en-IE" altLang="en-US" sz="4800" b="1" dirty="0">
                  <a:solidFill>
                    <a:schemeClr val="bg1"/>
                  </a:solidFill>
                  <a:latin typeface="+mn-lt"/>
                </a:rPr>
                <a:t> and Alpha Editing </a:t>
              </a:r>
              <a:endParaRPr lang="en-US" altLang="en-US" sz="4800" b="1" dirty="0">
                <a:solidFill>
                  <a:schemeClr val="bg1"/>
                </a:solidFill>
                <a:latin typeface="+mn-lt"/>
              </a:endParaRPr>
            </a:p>
          </p:txBody>
        </p:sp>
        <mc:AlternateContent xmlns:mc="http://schemas.openxmlformats.org/markup-compatibility/2006">
          <mc:Choice xmlns:a14="http://schemas.microsoft.com/office/drawing/2010/main" Requires="a14">
            <p:sp>
              <p:nvSpPr>
                <p:cNvPr id="86" name="Text Box 2173"/>
                <p:cNvSpPr txBox="1">
                  <a:spLocks noChangeArrowheads="1"/>
                </p:cNvSpPr>
                <p:nvPr/>
              </p:nvSpPr>
              <p:spPr bwMode="auto">
                <a:xfrm>
                  <a:off x="15826610" y="24119770"/>
                  <a:ext cx="12442519" cy="6569753"/>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1207" tIns="45604" rIns="91207" bIns="45604">
                  <a:spAutoFit/>
                </a:bodyPr>
                <a:lstStyle>
                  <a:lvl1pPr marL="457200" indent="-457200"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algn="just">
                    <a:spcAft>
                      <a:spcPct val="30000"/>
                    </a:spcAft>
                    <a:buClr>
                      <a:schemeClr val="bg1"/>
                    </a:buClr>
                    <a:buSzPct val="150000"/>
                    <a:buFont typeface="Wingdings" pitchFamily="2" charset="2"/>
                    <a:buChar char="v"/>
                  </a:pPr>
                  <a:endParaRPr lang="en-IE" altLang="en-US" sz="1273" dirty="0">
                    <a:solidFill>
                      <a:schemeClr val="bg1"/>
                    </a:solidFill>
                    <a:latin typeface="+mn-lt"/>
                  </a:endParaRPr>
                </a:p>
                <a:p>
                  <a:pPr marL="626544" indent="-626544" algn="just">
                    <a:spcAft>
                      <a:spcPct val="30000"/>
                    </a:spcAft>
                    <a:buClr>
                      <a:schemeClr val="bg1"/>
                    </a:buClr>
                    <a:buSzPct val="150000"/>
                    <a:buFont typeface="Wingdings" pitchFamily="2" charset="2"/>
                    <a:buChar char="v"/>
                  </a:pPr>
                  <a:r>
                    <a:rPr lang="en-IE" altLang="en-US" sz="2800" dirty="0">
                      <a:solidFill>
                        <a:schemeClr val="bg1"/>
                      </a:solidFill>
                      <a:latin typeface="+mn-lt"/>
                    </a:rPr>
                    <a:t>A single pass of volume ray casting is done to calculate the global visibility histogram for the whole volume and the local visibility histogram for the selected region in the view-port. From this we calculate the relative visibility histogram, </a:t>
                  </a:r>
                  <a14:m>
                    <m:oMath xmlns:m="http://schemas.openxmlformats.org/officeDocument/2006/math">
                      <m:sSub>
                        <m:sSubPr>
                          <m:ctrlPr>
                            <a:rPr lang="en-IE" altLang="en-US" sz="2800" i="1">
                              <a:solidFill>
                                <a:schemeClr val="bg1"/>
                              </a:solidFill>
                              <a:latin typeface="Cambria Math" panose="02040503050406030204" pitchFamily="18" charset="0"/>
                            </a:rPr>
                          </m:ctrlPr>
                        </m:sSubPr>
                        <m:e>
                          <m:r>
                            <a:rPr lang="en-IE" altLang="en-US" sz="2800" i="1">
                              <a:solidFill>
                                <a:schemeClr val="bg1"/>
                              </a:solidFill>
                              <a:latin typeface="Cambria Math" panose="02040503050406030204" pitchFamily="18" charset="0"/>
                            </a:rPr>
                            <m:t>𝐻</m:t>
                          </m:r>
                        </m:e>
                        <m:sub>
                          <m:r>
                            <a:rPr lang="en-IE" altLang="en-US" sz="2800" i="1">
                              <a:solidFill>
                                <a:schemeClr val="bg1"/>
                              </a:solidFill>
                              <a:latin typeface="Cambria Math" panose="02040503050406030204" pitchFamily="18" charset="0"/>
                            </a:rPr>
                            <m:t>𝐺</m:t>
                          </m:r>
                        </m:sub>
                      </m:sSub>
                    </m:oMath>
                  </a14:m>
                  <a:r>
                    <a:rPr lang="en-IE" altLang="en-US" sz="2800" dirty="0">
                      <a:solidFill>
                        <a:schemeClr val="bg1"/>
                      </a:solidFill>
                      <a:latin typeface="+mn-lt"/>
                    </a:rPr>
                    <a:t>, which is used to infer features that the user intends to edit in the visualization.</a:t>
                  </a:r>
                </a:p>
                <a:p>
                  <a:pPr marL="626544" indent="-626544" algn="just">
                    <a:spcAft>
                      <a:spcPct val="30000"/>
                    </a:spcAft>
                    <a:buClr>
                      <a:schemeClr val="bg1"/>
                    </a:buClr>
                    <a:buSzPct val="150000"/>
                    <a:buFont typeface="Wingdings" pitchFamily="2" charset="2"/>
                    <a:buChar char="v"/>
                  </a:pPr>
                  <a:r>
                    <a:rPr lang="en-IE" altLang="en-US" sz="2800" dirty="0">
                      <a:solidFill>
                        <a:schemeClr val="bg1"/>
                      </a:solidFill>
                      <a:latin typeface="+mn-lt"/>
                    </a:rPr>
                    <a:t>For instance, the user-selected target </a:t>
                  </a:r>
                  <a:r>
                    <a:rPr lang="en-IE" altLang="en-US" sz="2800" dirty="0" err="1">
                      <a:solidFill>
                        <a:schemeClr val="bg1"/>
                      </a:solidFill>
                      <a:latin typeface="+mn-lt"/>
                    </a:rPr>
                    <a:t>color</a:t>
                  </a:r>
                  <a:r>
                    <a:rPr lang="en-IE" altLang="en-US" sz="2800" dirty="0">
                      <a:solidFill>
                        <a:schemeClr val="bg1"/>
                      </a:solidFill>
                      <a:latin typeface="+mn-lt"/>
                    </a:rPr>
                    <a:t> is blended with the original transfer function for intensity ranges that have positive values in the relative visibility histogram as below:</a:t>
                  </a:r>
                </a:p>
                <a:p>
                  <a:pPr marL="0" indent="0" algn="just">
                    <a:spcAft>
                      <a:spcPct val="30000"/>
                    </a:spcAft>
                    <a:buClr>
                      <a:schemeClr val="bg1"/>
                    </a:buClr>
                    <a:buSzPct val="150000"/>
                  </a:pPr>
                  <a14:m>
                    <m:oMathPara xmlns:m="http://schemas.openxmlformats.org/officeDocument/2006/math">
                      <m:oMathParaPr>
                        <m:jc m:val="centerGroup"/>
                      </m:oMathParaPr>
                      <m:oMath xmlns:m="http://schemas.openxmlformats.org/officeDocument/2006/math">
                        <m:sSub>
                          <m:sSubPr>
                            <m:ctrlPr>
                              <a:rPr lang="en-IE" altLang="en-US" sz="280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𝐶</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m:t>
                        </m:r>
                        <m:d>
                          <m:dPr>
                            <m:begChr m:val="{"/>
                            <m:endChr m:val=""/>
                            <m:ctrlPr>
                              <a:rPr lang="en-IE" altLang="en-US" sz="2800" i="1" smtClean="0">
                                <a:solidFill>
                                  <a:schemeClr val="bg1"/>
                                </a:solidFill>
                                <a:latin typeface="Cambria Math" panose="02040503050406030204" pitchFamily="18" charset="0"/>
                              </a:rPr>
                            </m:ctrlPr>
                          </m:dPr>
                          <m:e>
                            <m:eqArr>
                              <m:eqArrPr>
                                <m:ctrlPr>
                                  <a:rPr lang="en-IE" altLang="en-US" sz="2800" i="1" smtClean="0">
                                    <a:solidFill>
                                      <a:schemeClr val="bg1"/>
                                    </a:solidFill>
                                    <a:latin typeface="Cambria Math" panose="02040503050406030204" pitchFamily="18" charset="0"/>
                                  </a:rPr>
                                </m:ctrlPr>
                              </m:eqArrPr>
                              <m:e>
                                <m:sSub>
                                  <m:sSubPr>
                                    <m:ctrlPr>
                                      <a:rPr lang="en-IE" altLang="en-US" sz="280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𝐶</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𝐺</m:t>
                                    </m:r>
                                  </m:sub>
                                </m:sSub>
                                <m:d>
                                  <m:dPr>
                                    <m:ctrlPr>
                                      <a:rPr lang="en-IE" altLang="en-US" sz="2800" b="0" i="1" smtClean="0">
                                        <a:solidFill>
                                          <a:schemeClr val="bg1"/>
                                        </a:solidFill>
                                        <a:latin typeface="Cambria Math" panose="02040503050406030204" pitchFamily="18" charset="0"/>
                                      </a:rPr>
                                    </m:ctrlPr>
                                  </m:dPr>
                                  <m:e>
                                    <m:r>
                                      <a:rPr lang="en-IE" altLang="en-US" sz="2800" b="0" i="1" smtClean="0">
                                        <a:solidFill>
                                          <a:schemeClr val="bg1"/>
                                        </a:solidFill>
                                        <a:latin typeface="Cambria Math" panose="02040503050406030204" pitchFamily="18" charset="0"/>
                                      </a:rPr>
                                      <m:t>𝑖</m:t>
                                    </m:r>
                                  </m:e>
                                </m:d>
                                <m:d>
                                  <m:dPr>
                                    <m:ctrlPr>
                                      <a:rPr lang="en-IE" altLang="en-US" sz="2800" b="0" i="1" smtClean="0">
                                        <a:solidFill>
                                          <a:schemeClr val="bg1"/>
                                        </a:solidFill>
                                        <a:latin typeface="Cambria Math" panose="02040503050406030204" pitchFamily="18" charset="0"/>
                                      </a:rPr>
                                    </m:ctrlPr>
                                  </m:dPr>
                                  <m:e>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𝐶</m:t>
                                        </m:r>
                                      </m:e>
                                      <m:sub>
                                        <m:r>
                                          <a:rPr lang="en-IE" altLang="en-US" sz="2800" b="0" i="1" smtClean="0">
                                            <a:solidFill>
                                              <a:schemeClr val="bg1"/>
                                            </a:solidFill>
                                            <a:latin typeface="Cambria Math" panose="02040503050406030204" pitchFamily="18" charset="0"/>
                                          </a:rPr>
                                          <m:t>𝑠</m:t>
                                        </m:r>
                                      </m:sub>
                                    </m:sSub>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𝐶</m:t>
                                        </m:r>
                                      </m:e>
                                      <m:sub>
                                        <m:r>
                                          <a:rPr lang="en-IE" altLang="en-US" sz="2800" b="0" i="1" smtClean="0">
                                            <a:solidFill>
                                              <a:schemeClr val="bg1"/>
                                            </a:solidFill>
                                            <a:latin typeface="Cambria Math" panose="02040503050406030204" pitchFamily="18" charset="0"/>
                                          </a:rPr>
                                          <m:t>𝑖</m:t>
                                        </m:r>
                                      </m:sub>
                                    </m:sSub>
                                  </m:e>
                                </m:d>
                                <m:r>
                                  <a:rPr lang="en-IE" altLang="en-US" sz="2800" b="0" i="1" smtClean="0">
                                    <a:solidFill>
                                      <a:schemeClr val="bg1"/>
                                    </a:solidFill>
                                    <a:latin typeface="Cambria Math" panose="02040503050406030204" pitchFamily="18" charset="0"/>
                                  </a:rPr>
                                  <m:t>, </m:t>
                                </m:r>
                                <m:r>
                                  <a:rPr lang="en-IE" altLang="en-US" sz="2800" b="0" i="1" smtClean="0">
                                    <a:solidFill>
                                      <a:schemeClr val="bg1"/>
                                    </a:solidFill>
                                    <a:latin typeface="Cambria Math" panose="02040503050406030204" pitchFamily="18" charset="0"/>
                                  </a:rPr>
                                  <m:t>𝑖𝑓</m:t>
                                </m:r>
                                <m:r>
                                  <a:rPr lang="en-IE" altLang="en-US" sz="2800" b="0" i="1" smtClean="0">
                                    <a:solidFill>
                                      <a:schemeClr val="bg1"/>
                                    </a:solidFill>
                                    <a:latin typeface="Cambria Math" panose="02040503050406030204" pitchFamily="18" charset="0"/>
                                  </a:rPr>
                                  <m:t> </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𝐺</m:t>
                                    </m:r>
                                  </m:sub>
                                </m:sSub>
                                <m:r>
                                  <a:rPr lang="en-IE" altLang="en-US" sz="2800" b="0" i="1" smtClean="0">
                                    <a:solidFill>
                                      <a:schemeClr val="bg1"/>
                                    </a:solidFill>
                                    <a:latin typeface="Cambria Math" panose="02040503050406030204" pitchFamily="18" charset="0"/>
                                  </a:rPr>
                                  <m:t>&gt;0</m:t>
                                </m:r>
                              </m:e>
                              <m:e>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𝐶</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                       ,</m:t>
                                </m:r>
                                <m:r>
                                  <a:rPr lang="en-IE" altLang="en-US" sz="2800" b="0" i="1" smtClean="0">
                                    <a:solidFill>
                                      <a:schemeClr val="bg1"/>
                                    </a:solidFill>
                                    <a:latin typeface="Cambria Math" panose="02040503050406030204" pitchFamily="18" charset="0"/>
                                  </a:rPr>
                                  <m:t>𝑒𝑙𝑠𝑒</m:t>
                                </m:r>
                              </m:e>
                            </m:eqArr>
                          </m:e>
                        </m:d>
                      </m:oMath>
                    </m:oMathPara>
                  </a14:m>
                  <a:endParaRPr lang="en-IE" altLang="en-US" sz="2800" dirty="0">
                    <a:solidFill>
                      <a:schemeClr val="bg1"/>
                    </a:solidFill>
                    <a:latin typeface="+mn-lt"/>
                  </a:endParaRPr>
                </a:p>
                <a:p>
                  <a:pPr marL="626544" indent="-626544" algn="just">
                    <a:spcAft>
                      <a:spcPct val="30000"/>
                    </a:spcAft>
                    <a:buClr>
                      <a:schemeClr val="bg1"/>
                    </a:buClr>
                    <a:buSzPct val="150000"/>
                    <a:buFont typeface="Wingdings" pitchFamily="2" charset="2"/>
                    <a:buChar char="v"/>
                  </a:pPr>
                  <a:r>
                    <a:rPr lang="en-IE" altLang="en-US" sz="2800" dirty="0">
                      <a:solidFill>
                        <a:schemeClr val="bg1"/>
                      </a:solidFill>
                      <a:latin typeface="+mn-lt"/>
                    </a:rPr>
                    <a:t>Similarly, the alpha of the transfer function can be increased in intensity ranges that have positive relative visibility values, and decreased for ranges with negative relative visibility values, as follows:</a:t>
                  </a:r>
                </a:p>
                <a:p>
                  <a:pPr marL="0" indent="0" algn="just">
                    <a:spcAft>
                      <a:spcPct val="30000"/>
                    </a:spcAft>
                    <a:buClr>
                      <a:schemeClr val="bg1"/>
                    </a:buClr>
                    <a:buSzPct val="150000"/>
                  </a:pPr>
                  <a14:m>
                    <m:oMathPara xmlns:m="http://schemas.openxmlformats.org/officeDocument/2006/math">
                      <m:oMathParaPr>
                        <m:jc m:val="centerGroup"/>
                      </m:oMathParaPr>
                      <m:oMath xmlns:m="http://schemas.openxmlformats.org/officeDocument/2006/math">
                        <m:sSub>
                          <m:sSubPr>
                            <m:ctrlPr>
                              <a:rPr lang="en-IE" altLang="en-US" sz="280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𝐴</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m:t>
                        </m:r>
                        <m:d>
                          <m:dPr>
                            <m:begChr m:val="{"/>
                            <m:endChr m:val=""/>
                            <m:ctrlPr>
                              <a:rPr lang="en-IE" altLang="en-US" sz="2800" b="0" i="1" smtClean="0">
                                <a:solidFill>
                                  <a:schemeClr val="bg1"/>
                                </a:solidFill>
                                <a:latin typeface="Cambria Math" panose="02040503050406030204" pitchFamily="18" charset="0"/>
                              </a:rPr>
                            </m:ctrlPr>
                          </m:dPr>
                          <m:e>
                            <m:eqArr>
                              <m:eqArrPr>
                                <m:ctrlPr>
                                  <a:rPr lang="en-IE" altLang="en-US" sz="2800" b="0" i="1" smtClean="0">
                                    <a:solidFill>
                                      <a:schemeClr val="bg1"/>
                                    </a:solidFill>
                                    <a:latin typeface="Cambria Math" panose="02040503050406030204" pitchFamily="18" charset="0"/>
                                  </a:rPr>
                                </m:ctrlPr>
                              </m:eqArrPr>
                              <m:e>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𝐴</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𝐺</m:t>
                                    </m:r>
                                  </m:sub>
                                </m:sSub>
                                <m:d>
                                  <m:dPr>
                                    <m:ctrlPr>
                                      <a:rPr lang="en-IE" altLang="en-US" sz="2800" b="0" i="1" smtClean="0">
                                        <a:solidFill>
                                          <a:schemeClr val="bg1"/>
                                        </a:solidFill>
                                        <a:latin typeface="Cambria Math" panose="02040503050406030204" pitchFamily="18" charset="0"/>
                                      </a:rPr>
                                    </m:ctrlPr>
                                  </m:dPr>
                                  <m:e>
                                    <m:r>
                                      <a:rPr lang="en-IE" altLang="en-US" sz="2800" b="0" i="1" smtClean="0">
                                        <a:solidFill>
                                          <a:schemeClr val="bg1"/>
                                        </a:solidFill>
                                        <a:latin typeface="Cambria Math" panose="02040503050406030204" pitchFamily="18" charset="0"/>
                                      </a:rPr>
                                      <m:t>1−</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𝐴</m:t>
                                        </m:r>
                                      </m:e>
                                      <m:sub>
                                        <m:r>
                                          <a:rPr lang="en-IE" altLang="en-US" sz="2800" b="0" i="1" smtClean="0">
                                            <a:solidFill>
                                              <a:schemeClr val="bg1"/>
                                            </a:solidFill>
                                            <a:latin typeface="Cambria Math" panose="02040503050406030204" pitchFamily="18" charset="0"/>
                                          </a:rPr>
                                          <m:t>𝑖</m:t>
                                        </m:r>
                                      </m:sub>
                                    </m:sSub>
                                  </m:e>
                                </m:d>
                                <m:r>
                                  <a:rPr lang="en-IE" altLang="en-US" sz="2800" i="1">
                                    <a:solidFill>
                                      <a:schemeClr val="bg1"/>
                                    </a:solidFill>
                                    <a:latin typeface="Cambria Math" panose="02040503050406030204" pitchFamily="18" charset="0"/>
                                  </a:rPr>
                                  <m:t>, </m:t>
                                </m:r>
                                <m:r>
                                  <a:rPr lang="en-IE" altLang="en-US" sz="2800" i="1">
                                    <a:solidFill>
                                      <a:schemeClr val="bg1"/>
                                    </a:solidFill>
                                    <a:latin typeface="Cambria Math" panose="02040503050406030204" pitchFamily="18" charset="0"/>
                                  </a:rPr>
                                  <m:t>𝑖𝑓</m:t>
                                </m:r>
                                <m:r>
                                  <a:rPr lang="en-IE" altLang="en-US" sz="2800" i="1">
                                    <a:solidFill>
                                      <a:schemeClr val="bg1"/>
                                    </a:solidFill>
                                    <a:latin typeface="Cambria Math" panose="02040503050406030204" pitchFamily="18" charset="0"/>
                                  </a:rPr>
                                  <m:t> </m:t>
                                </m:r>
                                <m:sSub>
                                  <m:sSubPr>
                                    <m:ctrlPr>
                                      <a:rPr lang="en-IE" altLang="en-US" sz="2800" i="1">
                                        <a:solidFill>
                                          <a:schemeClr val="bg1"/>
                                        </a:solidFill>
                                        <a:latin typeface="Cambria Math" panose="02040503050406030204" pitchFamily="18" charset="0"/>
                                      </a:rPr>
                                    </m:ctrlPr>
                                  </m:sSubPr>
                                  <m:e>
                                    <m:r>
                                      <a:rPr lang="en-IE" altLang="en-US" sz="2800" i="1">
                                        <a:solidFill>
                                          <a:schemeClr val="bg1"/>
                                        </a:solidFill>
                                        <a:latin typeface="Cambria Math" panose="02040503050406030204" pitchFamily="18" charset="0"/>
                                      </a:rPr>
                                      <m:t>𝐻</m:t>
                                    </m:r>
                                  </m:e>
                                  <m:sub>
                                    <m:r>
                                      <a:rPr lang="en-IE" altLang="en-US" sz="2800" i="1">
                                        <a:solidFill>
                                          <a:schemeClr val="bg1"/>
                                        </a:solidFill>
                                        <a:latin typeface="Cambria Math" panose="02040503050406030204" pitchFamily="18" charset="0"/>
                                      </a:rPr>
                                      <m:t>𝐺</m:t>
                                    </m:r>
                                  </m:sub>
                                </m:sSub>
                                <m:r>
                                  <a:rPr lang="en-IE" altLang="en-US" sz="2800" i="1">
                                    <a:solidFill>
                                      <a:schemeClr val="bg1"/>
                                    </a:solidFill>
                                    <a:latin typeface="Cambria Math" panose="02040503050406030204" pitchFamily="18" charset="0"/>
                                  </a:rPr>
                                  <m:t>&gt;0</m:t>
                                </m:r>
                              </m:e>
                              <m:e>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𝐴</m:t>
                                    </m:r>
                                  </m:e>
                                  <m:sub>
                                    <m:r>
                                      <a:rPr lang="en-IE" altLang="en-US" sz="2800" b="0" i="1" smtClean="0">
                                        <a:solidFill>
                                          <a:schemeClr val="bg1"/>
                                        </a:solidFill>
                                        <a:latin typeface="Cambria Math" panose="02040503050406030204" pitchFamily="18" charset="0"/>
                                      </a:rPr>
                                      <m:t>𝑖</m:t>
                                    </m:r>
                                  </m:sub>
                                </m:sSub>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𝐺</m:t>
                                    </m:r>
                                  </m:sub>
                                </m:sSub>
                                <m:d>
                                  <m:dPr>
                                    <m:ctrlPr>
                                      <a:rPr lang="en-IE" altLang="en-US" sz="2800" b="0" i="1" smtClean="0">
                                        <a:solidFill>
                                          <a:schemeClr val="bg1"/>
                                        </a:solidFill>
                                        <a:latin typeface="Cambria Math" panose="02040503050406030204" pitchFamily="18" charset="0"/>
                                      </a:rPr>
                                    </m:ctrlPr>
                                  </m:dPr>
                                  <m:e>
                                    <m:r>
                                      <a:rPr lang="en-IE" altLang="en-US" sz="2800" b="0" i="1" smtClean="0">
                                        <a:solidFill>
                                          <a:schemeClr val="bg1"/>
                                        </a:solidFill>
                                        <a:latin typeface="Cambria Math" panose="02040503050406030204" pitchFamily="18" charset="0"/>
                                      </a:rPr>
                                      <m:t>0−</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𝐴</m:t>
                                        </m:r>
                                      </m:e>
                                      <m:sub>
                                        <m:r>
                                          <a:rPr lang="en-IE" altLang="en-US" sz="2800" b="0" i="1" smtClean="0">
                                            <a:solidFill>
                                              <a:schemeClr val="bg1"/>
                                            </a:solidFill>
                                            <a:latin typeface="Cambria Math" panose="02040503050406030204" pitchFamily="18" charset="0"/>
                                          </a:rPr>
                                          <m:t>𝑖</m:t>
                                        </m:r>
                                      </m:sub>
                                    </m:sSub>
                                  </m:e>
                                </m:d>
                                <m:r>
                                  <a:rPr lang="en-IE" altLang="en-US" sz="2800" b="0" i="1" smtClean="0">
                                    <a:solidFill>
                                      <a:schemeClr val="bg1"/>
                                    </a:solidFill>
                                    <a:latin typeface="Cambria Math" panose="02040503050406030204" pitchFamily="18" charset="0"/>
                                  </a:rPr>
                                  <m:t>,           </m:t>
                                </m:r>
                                <m:r>
                                  <a:rPr lang="en-IE" altLang="en-US" sz="2800" b="0" i="1" smtClean="0">
                                    <a:solidFill>
                                      <a:schemeClr val="bg1"/>
                                    </a:solidFill>
                                    <a:latin typeface="Cambria Math" panose="02040503050406030204" pitchFamily="18" charset="0"/>
                                  </a:rPr>
                                  <m:t>𝑒𝑙𝑠𝑒</m:t>
                                </m:r>
                              </m:e>
                            </m:eqArr>
                          </m:e>
                        </m:d>
                      </m:oMath>
                    </m:oMathPara>
                  </a14:m>
                  <a:endParaRPr lang="en-IE" altLang="en-US" sz="2800" dirty="0">
                    <a:solidFill>
                      <a:schemeClr val="bg1"/>
                    </a:solidFill>
                    <a:latin typeface="+mn-lt"/>
                  </a:endParaRPr>
                </a:p>
                <a:p>
                  <a:pPr marL="626544" indent="-626544" algn="just">
                    <a:spcAft>
                      <a:spcPct val="30000"/>
                    </a:spcAft>
                    <a:buClr>
                      <a:schemeClr val="bg1"/>
                    </a:buClr>
                    <a:buSzPct val="150000"/>
                    <a:buFont typeface="Wingdings" pitchFamily="2" charset="2"/>
                    <a:buChar char="v"/>
                  </a:pPr>
                  <a:endParaRPr lang="en-IE" altLang="en-US" sz="2800" dirty="0">
                    <a:solidFill>
                      <a:schemeClr val="bg1"/>
                    </a:solidFill>
                    <a:latin typeface="+mn-lt"/>
                  </a:endParaRPr>
                </a:p>
              </p:txBody>
            </p:sp>
          </mc:Choice>
          <mc:Fallback>
            <p:sp>
              <p:nvSpPr>
                <p:cNvPr id="86" name="Text Box 2173"/>
                <p:cNvSpPr txBox="1">
                  <a:spLocks noRot="1" noChangeAspect="1" noMove="1" noResize="1" noEditPoints="1" noAdjustHandles="1" noChangeArrowheads="1" noChangeShapeType="1" noTextEdit="1"/>
                </p:cNvSpPr>
                <p:nvPr/>
              </p:nvSpPr>
              <p:spPr bwMode="auto">
                <a:xfrm>
                  <a:off x="15826610" y="24119770"/>
                  <a:ext cx="12442519" cy="6569753"/>
                </a:xfrm>
                <a:prstGeom prst="rect">
                  <a:avLst/>
                </a:prstGeom>
                <a:blipFill>
                  <a:blip r:embed="rId10"/>
                  <a:stretch>
                    <a:fillRect l="-1530" r="-90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pSp>
      <p:grpSp>
        <p:nvGrpSpPr>
          <p:cNvPr id="57" name="Group 56"/>
          <p:cNvGrpSpPr/>
          <p:nvPr/>
        </p:nvGrpSpPr>
        <p:grpSpPr>
          <a:xfrm>
            <a:off x="15805302" y="33428224"/>
            <a:ext cx="13530736" cy="5463743"/>
            <a:chOff x="15896369" y="21980124"/>
            <a:chExt cx="12373894" cy="7456880"/>
          </a:xfrm>
        </p:grpSpPr>
        <p:sp>
          <p:nvSpPr>
            <p:cNvPr id="64" name="Text Box 2172"/>
            <p:cNvSpPr txBox="1">
              <a:spLocks noChangeArrowheads="1"/>
            </p:cNvSpPr>
            <p:nvPr/>
          </p:nvSpPr>
          <p:spPr bwMode="auto">
            <a:xfrm>
              <a:off x="15896369" y="21980124"/>
              <a:ext cx="8706392" cy="1133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defRPr/>
              </a:pPr>
              <a:r>
                <a:rPr lang="en-US" altLang="en-US" sz="4800" b="1" dirty="0">
                  <a:solidFill>
                    <a:schemeClr val="bg1"/>
                  </a:solidFill>
                  <a:latin typeface="+mn-lt"/>
                </a:rPr>
                <a:t>References</a:t>
              </a:r>
            </a:p>
          </p:txBody>
        </p:sp>
        <p:sp>
          <p:nvSpPr>
            <p:cNvPr id="79" name="Text Box 2173"/>
            <p:cNvSpPr txBox="1">
              <a:spLocks noChangeArrowheads="1"/>
            </p:cNvSpPr>
            <p:nvPr/>
          </p:nvSpPr>
          <p:spPr bwMode="auto">
            <a:xfrm>
              <a:off x="16116480" y="23161755"/>
              <a:ext cx="12153783" cy="62752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marL="457200" indent="-457200"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marL="0" indent="0" algn="just">
                <a:spcAft>
                  <a:spcPct val="30000"/>
                </a:spcAft>
                <a:buClr>
                  <a:schemeClr val="bg1"/>
                </a:buClr>
                <a:buSzPct val="150000"/>
              </a:pPr>
              <a:r>
                <a:rPr lang="en-IE" altLang="en-US" dirty="0">
                  <a:solidFill>
                    <a:schemeClr val="bg1"/>
                  </a:solidFill>
                  <a:latin typeface="+mn-lt"/>
                </a:rPr>
                <a:t>[1] C. D. Correa and K.-L. Ma, “Visibility Histograms and Visibility-Driven Transfer Functions,” IEEE Transactions on Visualization and Computer Graphics, vol. 17, no. 2, pp. 192–204, Feb. 2011.</a:t>
              </a:r>
            </a:p>
            <a:p>
              <a:pPr marL="0" indent="0" algn="just">
                <a:spcAft>
                  <a:spcPct val="30000"/>
                </a:spcAft>
                <a:buClr>
                  <a:schemeClr val="bg1"/>
                </a:buClr>
                <a:buSzPct val="150000"/>
              </a:pPr>
              <a:r>
                <a:rPr lang="en-IE" altLang="en-US" dirty="0">
                  <a:solidFill>
                    <a:schemeClr val="bg1"/>
                  </a:solidFill>
                  <a:latin typeface="+mn-lt"/>
                </a:rPr>
                <a:t>[2] G. </a:t>
              </a:r>
              <a:r>
                <a:rPr lang="en-IE" altLang="en-US" dirty="0" err="1">
                  <a:solidFill>
                    <a:schemeClr val="bg1"/>
                  </a:solidFill>
                  <a:latin typeface="+mn-lt"/>
                </a:rPr>
                <a:t>Emsenhuber</a:t>
              </a:r>
              <a:r>
                <a:rPr lang="en-IE" altLang="en-US" dirty="0">
                  <a:solidFill>
                    <a:schemeClr val="bg1"/>
                  </a:solidFill>
                  <a:latin typeface="+mn-lt"/>
                </a:rPr>
                <a:t>, “Visibility Histograms in Direct Volume Rendering,” Master’s Thesis, Institute of Computer Graphics and Algorithms, Vienna University of Technology, </a:t>
              </a:r>
              <a:r>
                <a:rPr lang="en-IE" altLang="en-US" dirty="0" err="1">
                  <a:solidFill>
                    <a:schemeClr val="bg1"/>
                  </a:solidFill>
                  <a:latin typeface="+mn-lt"/>
                </a:rPr>
                <a:t>Favoritenstrasse</a:t>
              </a:r>
              <a:r>
                <a:rPr lang="en-IE" altLang="en-US" dirty="0">
                  <a:solidFill>
                    <a:schemeClr val="bg1"/>
                  </a:solidFill>
                  <a:latin typeface="+mn-lt"/>
                </a:rPr>
                <a:t> 9-11/186, A-1040 Vienna, Austria, 2008.</a:t>
              </a:r>
            </a:p>
            <a:p>
              <a:pPr marL="0" indent="0" algn="just">
                <a:spcAft>
                  <a:spcPct val="30000"/>
                </a:spcAft>
                <a:buClr>
                  <a:schemeClr val="bg1"/>
                </a:buClr>
                <a:buSzPct val="150000"/>
              </a:pPr>
              <a:r>
                <a:rPr lang="en-IE" altLang="en-US" dirty="0">
                  <a:solidFill>
                    <a:schemeClr val="bg1"/>
                  </a:solidFill>
                  <a:latin typeface="+mn-lt"/>
                </a:rPr>
                <a:t>[3] H. </a:t>
              </a:r>
              <a:r>
                <a:rPr lang="en-IE" altLang="en-US" dirty="0" err="1">
                  <a:solidFill>
                    <a:schemeClr val="bg1"/>
                  </a:solidFill>
                  <a:latin typeface="+mn-lt"/>
                </a:rPr>
                <a:t>Guo</a:t>
              </a:r>
              <a:r>
                <a:rPr lang="en-IE" altLang="en-US" dirty="0">
                  <a:solidFill>
                    <a:schemeClr val="bg1"/>
                  </a:solidFill>
                  <a:latin typeface="+mn-lt"/>
                </a:rPr>
                <a:t>, N. Mao, and X. Yuan, “WYSIWYG (What You See is What You Get) Volume Visualization,” IEEE Transactions on Visualization and Computer Graphics, vol. 17, no. 12, pp. 2106–2114, 2011.</a:t>
              </a:r>
            </a:p>
            <a:p>
              <a:pPr marL="0" indent="0" algn="just">
                <a:spcAft>
                  <a:spcPct val="30000"/>
                </a:spcAft>
                <a:buClr>
                  <a:schemeClr val="bg1"/>
                </a:buClr>
                <a:buSzPct val="150000"/>
              </a:pPr>
              <a:r>
                <a:rPr lang="en-IE" altLang="en-US" dirty="0">
                  <a:solidFill>
                    <a:schemeClr val="bg1"/>
                  </a:solidFill>
                  <a:latin typeface="+mn-lt"/>
                </a:rPr>
                <a:t>[4] H. </a:t>
              </a:r>
              <a:r>
                <a:rPr lang="en-IE" altLang="en-US" dirty="0" err="1">
                  <a:solidFill>
                    <a:schemeClr val="bg1"/>
                  </a:solidFill>
                  <a:latin typeface="+mn-lt"/>
                </a:rPr>
                <a:t>Guo</a:t>
              </a:r>
              <a:r>
                <a:rPr lang="en-IE" altLang="en-US" dirty="0">
                  <a:solidFill>
                    <a:schemeClr val="bg1"/>
                  </a:solidFill>
                  <a:latin typeface="+mn-lt"/>
                </a:rPr>
                <a:t> and X. Yuan, “Local WYSIWYG volume visualization,” in Visualization Symposium (</a:t>
              </a:r>
              <a:r>
                <a:rPr lang="en-IE" altLang="en-US" dirty="0" err="1">
                  <a:solidFill>
                    <a:schemeClr val="bg1"/>
                  </a:solidFill>
                  <a:latin typeface="+mn-lt"/>
                </a:rPr>
                <a:t>PacificVis</a:t>
              </a:r>
              <a:r>
                <a:rPr lang="en-IE" altLang="en-US" dirty="0">
                  <a:solidFill>
                    <a:schemeClr val="bg1"/>
                  </a:solidFill>
                  <a:latin typeface="+mn-lt"/>
                </a:rPr>
                <a:t>), 2013 IEEE Pacific, 2013, pp. 65–72.</a:t>
              </a:r>
            </a:p>
            <a:p>
              <a:pPr marL="0" indent="0" algn="just">
                <a:spcAft>
                  <a:spcPct val="30000"/>
                </a:spcAft>
                <a:buClr>
                  <a:schemeClr val="bg1"/>
                </a:buClr>
                <a:buSzPct val="150000"/>
              </a:pPr>
              <a:r>
                <a:rPr lang="en-IE" altLang="en-US" dirty="0">
                  <a:solidFill>
                    <a:schemeClr val="bg1"/>
                  </a:solidFill>
                  <a:latin typeface="+mn-lt"/>
                </a:rPr>
                <a:t>[5] A. </a:t>
              </a:r>
              <a:r>
                <a:rPr lang="en-IE" altLang="en-US" dirty="0" err="1">
                  <a:solidFill>
                    <a:schemeClr val="bg1"/>
                  </a:solidFill>
                  <a:latin typeface="+mn-lt"/>
                </a:rPr>
                <a:t>Wiebel</a:t>
              </a:r>
              <a:r>
                <a:rPr lang="en-IE" altLang="en-US" dirty="0">
                  <a:solidFill>
                    <a:schemeClr val="bg1"/>
                  </a:solidFill>
                  <a:latin typeface="+mn-lt"/>
                </a:rPr>
                <a:t>, F. M. </a:t>
              </a:r>
              <a:r>
                <a:rPr lang="en-IE" altLang="en-US" dirty="0" err="1">
                  <a:solidFill>
                    <a:schemeClr val="bg1"/>
                  </a:solidFill>
                  <a:latin typeface="+mn-lt"/>
                </a:rPr>
                <a:t>Vos</a:t>
              </a:r>
              <a:r>
                <a:rPr lang="en-IE" altLang="en-US" dirty="0">
                  <a:solidFill>
                    <a:schemeClr val="bg1"/>
                  </a:solidFill>
                  <a:latin typeface="+mn-lt"/>
                </a:rPr>
                <a:t>, D. </a:t>
              </a:r>
              <a:r>
                <a:rPr lang="en-IE" altLang="en-US" dirty="0" err="1">
                  <a:solidFill>
                    <a:schemeClr val="bg1"/>
                  </a:solidFill>
                  <a:latin typeface="+mn-lt"/>
                </a:rPr>
                <a:t>Foerster</a:t>
              </a:r>
              <a:r>
                <a:rPr lang="en-IE" altLang="en-US" dirty="0">
                  <a:solidFill>
                    <a:schemeClr val="bg1"/>
                  </a:solidFill>
                  <a:latin typeface="+mn-lt"/>
                </a:rPr>
                <a:t>, and H. C. </a:t>
              </a:r>
              <a:r>
                <a:rPr lang="en-IE" altLang="en-US" dirty="0" err="1">
                  <a:solidFill>
                    <a:schemeClr val="bg1"/>
                  </a:solidFill>
                  <a:latin typeface="+mn-lt"/>
                </a:rPr>
                <a:t>Hege</a:t>
              </a:r>
              <a:r>
                <a:rPr lang="en-IE" altLang="en-US" dirty="0">
                  <a:solidFill>
                    <a:schemeClr val="bg1"/>
                  </a:solidFill>
                  <a:latin typeface="+mn-lt"/>
                </a:rPr>
                <a:t>, “WYSIWYP: What You See Is What You Pick,” IEEE Transactions on Visualization and Computer Graphics, vol. 18, no. 12, pp. 2236–2244, Dec. 2012.</a:t>
              </a:r>
            </a:p>
          </p:txBody>
        </p:sp>
      </p:grpSp>
      <p:grpSp>
        <p:nvGrpSpPr>
          <p:cNvPr id="101" name="Group 100"/>
          <p:cNvGrpSpPr/>
          <p:nvPr/>
        </p:nvGrpSpPr>
        <p:grpSpPr>
          <a:xfrm>
            <a:off x="717946" y="23852536"/>
            <a:ext cx="14351909" cy="7754849"/>
            <a:chOff x="15826610" y="22360873"/>
            <a:chExt cx="13209628" cy="10583765"/>
          </a:xfrm>
        </p:grpSpPr>
        <p:sp>
          <p:nvSpPr>
            <p:cNvPr id="102" name="Text Box 2172"/>
            <p:cNvSpPr txBox="1">
              <a:spLocks noChangeArrowheads="1"/>
            </p:cNvSpPr>
            <p:nvPr/>
          </p:nvSpPr>
          <p:spPr bwMode="auto">
            <a:xfrm>
              <a:off x="15974295" y="22360873"/>
              <a:ext cx="13029744" cy="11338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defTabSz="1085850">
                <a:defRPr sz="2400">
                  <a:solidFill>
                    <a:schemeClr val="tx1"/>
                  </a:solidFill>
                  <a:latin typeface="Times New Roman" panose="02020603050405020304" pitchFamily="18" charset="0"/>
                </a:defRPr>
              </a:lvl1pPr>
              <a:lvl2pPr marL="542925" defTabSz="1085850">
                <a:defRPr sz="2400">
                  <a:solidFill>
                    <a:schemeClr val="tx1"/>
                  </a:solidFill>
                  <a:latin typeface="Times New Roman" panose="02020603050405020304" pitchFamily="18" charset="0"/>
                </a:defRPr>
              </a:lvl2pPr>
              <a:lvl3pPr marL="1085850" defTabSz="1085850">
                <a:defRPr sz="2400">
                  <a:solidFill>
                    <a:schemeClr val="tx1"/>
                  </a:solidFill>
                  <a:latin typeface="Times New Roman" panose="02020603050405020304" pitchFamily="18" charset="0"/>
                </a:defRPr>
              </a:lvl3pPr>
              <a:lvl4pPr marL="1628775" defTabSz="1085850">
                <a:defRPr sz="2400">
                  <a:solidFill>
                    <a:schemeClr val="tx1"/>
                  </a:solidFill>
                  <a:latin typeface="Times New Roman" panose="02020603050405020304" pitchFamily="18" charset="0"/>
                </a:defRPr>
              </a:lvl4pPr>
              <a:lvl5pPr marL="2171700" defTabSz="1085850">
                <a:defRPr sz="2400">
                  <a:solidFill>
                    <a:schemeClr val="tx1"/>
                  </a:solidFill>
                  <a:latin typeface="Times New Roman" panose="02020603050405020304" pitchFamily="18" charset="0"/>
                </a:defRPr>
              </a:lvl5pPr>
              <a:lvl6pPr marL="2628900" defTabSz="1085850" eaLnBrk="0" fontAlgn="base" hangingPunct="0">
                <a:spcBef>
                  <a:spcPct val="0"/>
                </a:spcBef>
                <a:spcAft>
                  <a:spcPct val="0"/>
                </a:spcAft>
                <a:defRPr sz="2400">
                  <a:solidFill>
                    <a:schemeClr val="tx1"/>
                  </a:solidFill>
                  <a:latin typeface="Times New Roman" panose="02020603050405020304" pitchFamily="18" charset="0"/>
                </a:defRPr>
              </a:lvl6pPr>
              <a:lvl7pPr marL="3086100" defTabSz="1085850" eaLnBrk="0" fontAlgn="base" hangingPunct="0">
                <a:spcBef>
                  <a:spcPct val="0"/>
                </a:spcBef>
                <a:spcAft>
                  <a:spcPct val="0"/>
                </a:spcAft>
                <a:defRPr sz="2400">
                  <a:solidFill>
                    <a:schemeClr val="tx1"/>
                  </a:solidFill>
                  <a:latin typeface="Times New Roman" panose="02020603050405020304" pitchFamily="18" charset="0"/>
                </a:defRPr>
              </a:lvl7pPr>
              <a:lvl8pPr marL="3543300" defTabSz="1085850" eaLnBrk="0" fontAlgn="base" hangingPunct="0">
                <a:spcBef>
                  <a:spcPct val="0"/>
                </a:spcBef>
                <a:spcAft>
                  <a:spcPct val="0"/>
                </a:spcAft>
                <a:defRPr sz="2400">
                  <a:solidFill>
                    <a:schemeClr val="tx1"/>
                  </a:solidFill>
                  <a:latin typeface="Times New Roman" panose="02020603050405020304" pitchFamily="18" charset="0"/>
                </a:defRPr>
              </a:lvl8pPr>
              <a:lvl9pPr marL="4000500" defTabSz="1085850" eaLnBrk="0" fontAlgn="base" hangingPunct="0">
                <a:spcBef>
                  <a:spcPct val="0"/>
                </a:spcBef>
                <a:spcAft>
                  <a:spcPct val="0"/>
                </a:spcAft>
                <a:defRPr sz="2400">
                  <a:solidFill>
                    <a:schemeClr val="tx1"/>
                  </a:solidFill>
                  <a:latin typeface="Times New Roman" panose="02020603050405020304" pitchFamily="18" charset="0"/>
                </a:defRPr>
              </a:lvl9pPr>
            </a:lstStyle>
            <a:p>
              <a:pPr>
                <a:spcAft>
                  <a:spcPct val="30000"/>
                </a:spcAft>
                <a:defRPr/>
              </a:pPr>
              <a:r>
                <a:rPr lang="en-IE" altLang="en-US" sz="4800" b="1" dirty="0">
                  <a:solidFill>
                    <a:schemeClr val="bg1"/>
                  </a:solidFill>
                  <a:latin typeface="+mn-lt"/>
                </a:rPr>
                <a:t>Relative Visibility Histograms</a:t>
              </a:r>
              <a:endParaRPr lang="en-US" altLang="en-US" sz="4800" b="1" dirty="0">
                <a:solidFill>
                  <a:schemeClr val="bg1"/>
                </a:solidFill>
                <a:latin typeface="+mn-lt"/>
              </a:endParaRPr>
            </a:p>
          </p:txBody>
        </p:sp>
        <mc:AlternateContent xmlns:mc="http://schemas.openxmlformats.org/markup-compatibility/2006">
          <mc:Choice xmlns:a14="http://schemas.microsoft.com/office/drawing/2010/main" Requires="a14">
            <p:sp>
              <p:nvSpPr>
                <p:cNvPr id="103" name="Text Box 2173"/>
                <p:cNvSpPr txBox="1">
                  <a:spLocks noChangeArrowheads="1"/>
                </p:cNvSpPr>
                <p:nvPr/>
              </p:nvSpPr>
              <p:spPr bwMode="auto">
                <a:xfrm>
                  <a:off x="15826610" y="23792564"/>
                  <a:ext cx="13209628" cy="9152074"/>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wrap="square" lIns="91207" tIns="45604" rIns="91207" bIns="45604">
                  <a:spAutoFit/>
                </a:bodyPr>
                <a:lstStyle>
                  <a:lvl1pPr marL="457200" indent="-457200"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algn="just">
                    <a:spcAft>
                      <a:spcPts val="1200"/>
                    </a:spcAft>
                    <a:buClr>
                      <a:schemeClr val="bg1"/>
                    </a:buClr>
                    <a:buSzPct val="150000"/>
                    <a:buFont typeface="Wingdings" pitchFamily="2" charset="2"/>
                    <a:buChar char="v"/>
                  </a:pPr>
                  <a:r>
                    <a:rPr lang="en-GB" altLang="en-US" sz="2800" dirty="0">
                      <a:solidFill>
                        <a:schemeClr val="bg1"/>
                      </a:solidFill>
                      <a:latin typeface="+mn-lt"/>
                    </a:rPr>
                    <a:t>Given a global visibility histogram, </a:t>
                  </a:r>
                  <a14:m>
                    <m:oMath xmlns:m="http://schemas.openxmlformats.org/officeDocument/2006/math">
                      <m:r>
                        <a:rPr lang="en-GB" altLang="en-US" sz="2800" i="1" dirty="0" smtClean="0">
                          <a:solidFill>
                            <a:schemeClr val="bg1"/>
                          </a:solidFill>
                          <a:latin typeface="Cambria Math" panose="02040503050406030204" pitchFamily="18" charset="0"/>
                        </a:rPr>
                        <m:t>𝐻</m:t>
                      </m:r>
                    </m:oMath>
                  </a14:m>
                  <a:r>
                    <a:rPr lang="en-GB" altLang="en-US" sz="2800" dirty="0">
                      <a:solidFill>
                        <a:schemeClr val="bg1"/>
                      </a:solidFill>
                      <a:latin typeface="+mn-lt"/>
                    </a:rPr>
                    <a:t>, representing the visibility distribution of all the voxels in the viewport, and a local visibility histogram, </a:t>
                  </a:r>
                  <a14:m>
                    <m:oMath xmlns:m="http://schemas.openxmlformats.org/officeDocument/2006/math">
                      <m:sSub>
                        <m:sSubPr>
                          <m:ctrlPr>
                            <a:rPr lang="en-GB" altLang="en-US" sz="2800" b="0" i="1" smtClean="0">
                              <a:solidFill>
                                <a:schemeClr val="bg1"/>
                              </a:solidFill>
                              <a:latin typeface="Cambria Math" panose="02040503050406030204" pitchFamily="18" charset="0"/>
                            </a:rPr>
                          </m:ctrlPr>
                        </m:sSubPr>
                        <m:e>
                          <m:r>
                            <a:rPr lang="en-GB" altLang="en-US" sz="2800" b="0" i="1" smtClean="0">
                              <a:solidFill>
                                <a:schemeClr val="bg1"/>
                              </a:solidFill>
                              <a:latin typeface="Cambria Math" panose="02040503050406030204" pitchFamily="18" charset="0"/>
                            </a:rPr>
                            <m:t>𝐻</m:t>
                          </m:r>
                        </m:e>
                        <m:sub>
                          <m:r>
                            <a:rPr lang="en-GB" altLang="en-US" sz="2800" b="0" i="1" smtClean="0">
                              <a:solidFill>
                                <a:schemeClr val="bg1"/>
                              </a:solidFill>
                              <a:latin typeface="Cambria Math" panose="02040503050406030204" pitchFamily="18" charset="0"/>
                            </a:rPr>
                            <m:t>𝐿</m:t>
                          </m:r>
                        </m:sub>
                      </m:sSub>
                    </m:oMath>
                  </a14:m>
                  <a:r>
                    <a:rPr lang="en-GB" altLang="en-US" sz="2800" dirty="0">
                      <a:solidFill>
                        <a:schemeClr val="bg1"/>
                      </a:solidFill>
                      <a:latin typeface="+mn-lt"/>
                    </a:rPr>
                    <a:t>, representing the visibility distribution for the subset of voxels that contribute to a given region of interest in the final image (for a rectangular region, this comprises voxels within a frustum extended from the rectangular region in the viewport), we can define the relative visibility of voxels in the region as:</a:t>
                  </a:r>
                </a:p>
                <a:p>
                  <a:pPr marL="0" indent="0" algn="just">
                    <a:spcAft>
                      <a:spcPts val="1200"/>
                    </a:spcAft>
                    <a:buClr>
                      <a:schemeClr val="bg1"/>
                    </a:buClr>
                    <a:buSzPct val="150000"/>
                  </a:pPr>
                  <a14:m>
                    <m:oMathPara xmlns:m="http://schemas.openxmlformats.org/officeDocument/2006/math">
                      <m:oMathParaPr>
                        <m:jc m:val="centerGroup"/>
                      </m:oMathParaPr>
                      <m:oMath xmlns:m="http://schemas.openxmlformats.org/officeDocument/2006/math">
                        <m:sSub>
                          <m:sSubPr>
                            <m:ctrlPr>
                              <a:rPr lang="en-GB" altLang="en-US" sz="2800" b="0" i="1" dirty="0" smtClean="0">
                                <a:solidFill>
                                  <a:schemeClr val="bg1"/>
                                </a:solidFill>
                                <a:latin typeface="Cambria Math" panose="02040503050406030204" pitchFamily="18" charset="0"/>
                              </a:rPr>
                            </m:ctrlPr>
                          </m:sSubPr>
                          <m:e>
                            <m:r>
                              <a:rPr lang="en-GB" altLang="en-US" sz="2800" i="1" dirty="0" smtClean="0">
                                <a:solidFill>
                                  <a:schemeClr val="bg1"/>
                                </a:solidFill>
                                <a:latin typeface="Cambria Math" panose="02040503050406030204" pitchFamily="18" charset="0"/>
                              </a:rPr>
                              <m:t>𝐻</m:t>
                            </m:r>
                          </m:e>
                          <m:sub>
                            <m:r>
                              <a:rPr lang="en-GB" altLang="en-US" sz="2800" b="0" i="1" dirty="0" smtClean="0">
                                <a:solidFill>
                                  <a:schemeClr val="bg1"/>
                                </a:solidFill>
                                <a:latin typeface="Cambria Math" panose="02040503050406030204" pitchFamily="18" charset="0"/>
                              </a:rPr>
                              <m:t>𝑟</m:t>
                            </m:r>
                          </m:sub>
                        </m:sSub>
                        <m:r>
                          <a:rPr lang="en-GB" altLang="en-US" sz="2800" i="1" dirty="0">
                            <a:solidFill>
                              <a:schemeClr val="bg1"/>
                            </a:solidFill>
                            <a:latin typeface="Cambria Math" panose="02040503050406030204" pitchFamily="18" charset="0"/>
                          </a:rPr>
                          <m:t>=</m:t>
                        </m:r>
                        <m:sSub>
                          <m:sSubPr>
                            <m:ctrlPr>
                              <a:rPr lang="en-GB" altLang="en-US" sz="2800" b="0" i="1" dirty="0" smtClean="0">
                                <a:solidFill>
                                  <a:schemeClr val="bg1"/>
                                </a:solidFill>
                                <a:latin typeface="Cambria Math" panose="02040503050406030204" pitchFamily="18" charset="0"/>
                              </a:rPr>
                            </m:ctrlPr>
                          </m:sSubPr>
                          <m:e>
                            <m:r>
                              <a:rPr lang="en-GB" altLang="en-US" sz="2800" i="1" dirty="0">
                                <a:solidFill>
                                  <a:schemeClr val="bg1"/>
                                </a:solidFill>
                                <a:latin typeface="Cambria Math" panose="02040503050406030204" pitchFamily="18" charset="0"/>
                              </a:rPr>
                              <m:t>𝐻</m:t>
                            </m:r>
                          </m:e>
                          <m:sub>
                            <m:r>
                              <a:rPr lang="en-GB" altLang="en-US" sz="2800" b="0" i="1" dirty="0" smtClean="0">
                                <a:solidFill>
                                  <a:schemeClr val="bg1"/>
                                </a:solidFill>
                                <a:latin typeface="Cambria Math" panose="02040503050406030204" pitchFamily="18" charset="0"/>
                              </a:rPr>
                              <m:t>𝐿</m:t>
                            </m:r>
                          </m:sub>
                        </m:sSub>
                        <m:r>
                          <a:rPr lang="en-GB" altLang="en-US" sz="2800" i="1" dirty="0">
                            <a:solidFill>
                              <a:schemeClr val="bg1"/>
                            </a:solidFill>
                            <a:latin typeface="Cambria Math" panose="02040503050406030204" pitchFamily="18" charset="0"/>
                          </a:rPr>
                          <m:t> − </m:t>
                        </m:r>
                        <m:r>
                          <a:rPr lang="en-GB" altLang="en-US" sz="2800" i="1" dirty="0">
                            <a:solidFill>
                              <a:schemeClr val="bg1"/>
                            </a:solidFill>
                            <a:latin typeface="Cambria Math" panose="02040503050406030204" pitchFamily="18" charset="0"/>
                          </a:rPr>
                          <m:t>𝐻</m:t>
                        </m:r>
                      </m:oMath>
                    </m:oMathPara>
                  </a14:m>
                  <a:endParaRPr lang="en-GB" altLang="en-US" sz="2800" dirty="0">
                    <a:solidFill>
                      <a:schemeClr val="bg1"/>
                    </a:solidFill>
                    <a:latin typeface="+mn-lt"/>
                  </a:endParaRPr>
                </a:p>
                <a:p>
                  <a:pPr marL="285750" lvl="1" indent="0" algn="just">
                    <a:spcAft>
                      <a:spcPts val="1200"/>
                    </a:spcAft>
                    <a:buClr>
                      <a:schemeClr val="bg1"/>
                    </a:buClr>
                    <a:buSzPct val="150000"/>
                  </a:pPr>
                  <a:r>
                    <a:rPr lang="en-GB" altLang="en-US" sz="2800" dirty="0">
                      <a:solidFill>
                        <a:schemeClr val="bg1"/>
                      </a:solidFill>
                      <a:latin typeface="+mn-lt"/>
                    </a:rPr>
                    <a:t>(note: </a:t>
                  </a:r>
                  <a14:m>
                    <m:oMath xmlns:m="http://schemas.openxmlformats.org/officeDocument/2006/math">
                      <m:r>
                        <a:rPr lang="en-GB" altLang="en-US" sz="2800" b="0" i="1" smtClean="0">
                          <a:solidFill>
                            <a:schemeClr val="bg1"/>
                          </a:solidFill>
                          <a:latin typeface="Cambria Math" panose="02040503050406030204" pitchFamily="18" charset="0"/>
                        </a:rPr>
                        <m:t>𝐻</m:t>
                      </m:r>
                    </m:oMath>
                  </a14:m>
                  <a:r>
                    <a:rPr lang="en-GB" altLang="en-US" sz="2800" dirty="0">
                      <a:solidFill>
                        <a:schemeClr val="bg1"/>
                      </a:solidFill>
                      <a:latin typeface="+mn-lt"/>
                    </a:rPr>
                    <a:t>, </a:t>
                  </a:r>
                  <a14:m>
                    <m:oMath xmlns:m="http://schemas.openxmlformats.org/officeDocument/2006/math">
                      <m:sSub>
                        <m:sSubPr>
                          <m:ctrlPr>
                            <a:rPr lang="en-GB" altLang="en-US" sz="2800" b="0" i="1" smtClean="0">
                              <a:solidFill>
                                <a:schemeClr val="bg1"/>
                              </a:solidFill>
                              <a:latin typeface="Cambria Math" panose="02040503050406030204" pitchFamily="18" charset="0"/>
                            </a:rPr>
                          </m:ctrlPr>
                        </m:sSubPr>
                        <m:e>
                          <m:r>
                            <a:rPr lang="en-GB" altLang="en-US" sz="2800" b="0" i="1" smtClean="0">
                              <a:solidFill>
                                <a:schemeClr val="bg1"/>
                              </a:solidFill>
                              <a:latin typeface="Cambria Math" panose="02040503050406030204" pitchFamily="18" charset="0"/>
                            </a:rPr>
                            <m:t>𝐻</m:t>
                          </m:r>
                        </m:e>
                        <m:sub>
                          <m:r>
                            <a:rPr lang="en-GB" altLang="en-US" sz="2800" b="0" i="1" smtClean="0">
                              <a:solidFill>
                                <a:schemeClr val="bg1"/>
                              </a:solidFill>
                              <a:latin typeface="Cambria Math" panose="02040503050406030204" pitchFamily="18" charset="0"/>
                            </a:rPr>
                            <m:t>𝐿</m:t>
                          </m:r>
                        </m:sub>
                      </m:sSub>
                    </m:oMath>
                  </a14:m>
                  <a:r>
                    <a:rPr lang="en-GB" altLang="en-US" sz="2800" dirty="0">
                      <a:solidFill>
                        <a:schemeClr val="bg1"/>
                      </a:solidFill>
                      <a:latin typeface="+mn-lt"/>
                    </a:rPr>
                    <a:t> are normalized by dividing each value by the sum of all values in each histogram)</a:t>
                  </a:r>
                  <a:endParaRPr lang="en-IE" altLang="en-US" sz="2800" dirty="0">
                    <a:solidFill>
                      <a:schemeClr val="bg1"/>
                    </a:solidFill>
                    <a:latin typeface="+mn-lt"/>
                  </a:endParaRPr>
                </a:p>
                <a:p>
                  <a:pPr marL="285750" lvl="1" indent="0" algn="just">
                    <a:spcAft>
                      <a:spcPts val="1200"/>
                    </a:spcAft>
                    <a:buClr>
                      <a:schemeClr val="bg1"/>
                    </a:buClr>
                    <a:buSzPct val="150000"/>
                  </a:pPr>
                  <a:endParaRPr lang="en-IE" altLang="en-US" sz="1100" dirty="0">
                    <a:solidFill>
                      <a:schemeClr val="bg1"/>
                    </a:solidFill>
                    <a:latin typeface="+mn-lt"/>
                  </a:endParaRPr>
                </a:p>
                <a:p>
                  <a:pPr algn="just">
                    <a:spcAft>
                      <a:spcPts val="1200"/>
                    </a:spcAft>
                    <a:buClr>
                      <a:schemeClr val="bg1"/>
                    </a:buClr>
                    <a:buSzPct val="150000"/>
                    <a:buFont typeface="Wingdings" pitchFamily="2" charset="2"/>
                    <a:buChar char="v"/>
                  </a:pPr>
                  <a:r>
                    <a:rPr lang="en-IE" altLang="en-US" sz="2800" dirty="0">
                      <a:solidFill>
                        <a:schemeClr val="bg1"/>
                      </a:solidFill>
                      <a:latin typeface="+mn-lt"/>
                    </a:rPr>
                    <a:t>In practice due to the reduced number of samples within a local region, the histogram will exhibit a number of discontinuities compared to the global distribution. Thus, we smooth the histogram by applying a Gaussian, and then normalizing the result as follows:</a:t>
                  </a:r>
                </a:p>
                <a:p>
                  <a:pPr marL="0" indent="0" algn="just">
                    <a:spcAft>
                      <a:spcPts val="1200"/>
                    </a:spcAft>
                    <a:buClr>
                      <a:schemeClr val="bg1"/>
                    </a:buClr>
                    <a:buSzPct val="150000"/>
                  </a:pPr>
                  <a:r>
                    <a:rPr lang="en-IE" altLang="en-US" sz="2800" b="0" dirty="0">
                      <a:solidFill>
                        <a:schemeClr val="bg1"/>
                      </a:solidFill>
                    </a:rPr>
                    <a:t>		</a:t>
                  </a:r>
                  <a14:m>
                    <m:oMath xmlns:m="http://schemas.openxmlformats.org/officeDocument/2006/math">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𝐺</m:t>
                          </m:r>
                        </m:sub>
                      </m:sSub>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𝑔</m:t>
                          </m:r>
                        </m:sub>
                      </m:sSub>
                      <m:r>
                        <a:rPr lang="en-IE" altLang="en-US" sz="2800" b="0" i="1" smtClean="0">
                          <a:solidFill>
                            <a:schemeClr val="bg1"/>
                          </a:solidFill>
                          <a:latin typeface="Cambria Math" panose="02040503050406030204" pitchFamily="18" charset="0"/>
                        </a:rPr>
                        <m:t>/</m:t>
                      </m:r>
                      <m:r>
                        <m:rPr>
                          <m:sty m:val="p"/>
                        </m:rPr>
                        <a:rPr lang="en-IE" altLang="en-US" sz="2800" b="0" i="0" smtClean="0">
                          <a:solidFill>
                            <a:schemeClr val="bg1"/>
                          </a:solidFill>
                          <a:latin typeface="Cambria Math" panose="02040503050406030204" pitchFamily="18" charset="0"/>
                        </a:rPr>
                        <m:t>max</m:t>
                      </m:r>
                      <m:r>
                        <a:rPr lang="en-IE" altLang="en-US" sz="2800" b="0" i="1" smtClean="0">
                          <a:solidFill>
                            <a:schemeClr val="bg1"/>
                          </a:solidFill>
                          <a:latin typeface="Cambria Math" panose="02040503050406030204" pitchFamily="18" charset="0"/>
                        </a:rPr>
                        <m:t>⁡(</m:t>
                      </m:r>
                      <m:r>
                        <a:rPr lang="en-IE" altLang="en-US" sz="2800" b="0" i="1" smtClean="0">
                          <a:solidFill>
                            <a:schemeClr val="bg1"/>
                          </a:solidFill>
                          <a:latin typeface="Cambria Math" panose="02040503050406030204" pitchFamily="18" charset="0"/>
                        </a:rPr>
                        <m:t>𝑎𝑏𝑠</m:t>
                      </m:r>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𝑔</m:t>
                          </m:r>
                        </m:sub>
                      </m:sSub>
                      <m:r>
                        <a:rPr lang="en-IE" altLang="en-US" sz="2800" b="0" i="1" smtClean="0">
                          <a:solidFill>
                            <a:schemeClr val="bg1"/>
                          </a:solidFill>
                          <a:latin typeface="Cambria Math" panose="02040503050406030204" pitchFamily="18" charset="0"/>
                        </a:rPr>
                        <m:t>))</m:t>
                      </m:r>
                    </m:oMath>
                  </a14:m>
                  <a:r>
                    <a:rPr lang="en-IE" altLang="en-US" sz="2800" dirty="0">
                      <a:solidFill>
                        <a:schemeClr val="bg1"/>
                      </a:solidFill>
                      <a:latin typeface="+mn-lt"/>
                    </a:rPr>
                    <a:t>, where </a:t>
                  </a:r>
                  <a14:m>
                    <m:oMath xmlns:m="http://schemas.openxmlformats.org/officeDocument/2006/math">
                      <m:sSub>
                        <m:sSubPr>
                          <m:ctrlPr>
                            <a:rPr lang="en-IE" altLang="en-US" sz="2800" i="1">
                              <a:solidFill>
                                <a:schemeClr val="bg1"/>
                              </a:solidFill>
                              <a:latin typeface="Cambria Math" panose="02040503050406030204" pitchFamily="18" charset="0"/>
                            </a:rPr>
                          </m:ctrlPr>
                        </m:sSubPr>
                        <m:e>
                          <m:r>
                            <a:rPr lang="en-IE" altLang="en-US" sz="2800" i="1">
                              <a:solidFill>
                                <a:schemeClr val="bg1"/>
                              </a:solidFill>
                              <a:latin typeface="Cambria Math" panose="02040503050406030204" pitchFamily="18" charset="0"/>
                            </a:rPr>
                            <m:t>𝐻</m:t>
                          </m:r>
                        </m:e>
                        <m:sub>
                          <m:r>
                            <a:rPr lang="en-IE" altLang="en-US" sz="2800" i="1">
                              <a:solidFill>
                                <a:schemeClr val="bg1"/>
                              </a:solidFill>
                              <a:latin typeface="Cambria Math" panose="02040503050406030204" pitchFamily="18" charset="0"/>
                            </a:rPr>
                            <m:t>𝑔</m:t>
                          </m:r>
                        </m:sub>
                      </m:sSub>
                      <m:r>
                        <a:rPr lang="en-IE" altLang="en-US" sz="2800" b="0" i="1" smtClean="0">
                          <a:solidFill>
                            <a:schemeClr val="bg1"/>
                          </a:solidFill>
                          <a:latin typeface="Cambria Math" panose="02040503050406030204" pitchFamily="18" charset="0"/>
                        </a:rPr>
                        <m:t>=</m:t>
                      </m:r>
                      <m:r>
                        <a:rPr lang="en-IE" altLang="en-US" sz="2800" b="0" i="1" smtClean="0">
                          <a:solidFill>
                            <a:schemeClr val="bg1"/>
                          </a:solidFill>
                          <a:latin typeface="Cambria Math" panose="02040503050406030204" pitchFamily="18" charset="0"/>
                        </a:rPr>
                        <m:t>𝐺𝑎𝑢𝑠𝑠𝑖𝑎𝑛</m:t>
                      </m:r>
                      <m:r>
                        <a:rPr lang="en-IE" altLang="en-US" sz="2800" b="0" i="1" smtClean="0">
                          <a:solidFill>
                            <a:schemeClr val="bg1"/>
                          </a:solidFill>
                          <a:latin typeface="Cambria Math" panose="02040503050406030204" pitchFamily="18" charset="0"/>
                        </a:rPr>
                        <m:t>(</m:t>
                      </m:r>
                      <m:sSub>
                        <m:sSubPr>
                          <m:ctrlPr>
                            <a:rPr lang="en-IE" altLang="en-US" sz="2800" b="0" i="1" smtClean="0">
                              <a:solidFill>
                                <a:schemeClr val="bg1"/>
                              </a:solidFill>
                              <a:latin typeface="Cambria Math" panose="02040503050406030204" pitchFamily="18" charset="0"/>
                            </a:rPr>
                          </m:ctrlPr>
                        </m:sSubPr>
                        <m:e>
                          <m:r>
                            <a:rPr lang="en-IE" altLang="en-US" sz="2800" b="0" i="1" smtClean="0">
                              <a:solidFill>
                                <a:schemeClr val="bg1"/>
                              </a:solidFill>
                              <a:latin typeface="Cambria Math" panose="02040503050406030204" pitchFamily="18" charset="0"/>
                            </a:rPr>
                            <m:t>𝐻</m:t>
                          </m:r>
                        </m:e>
                        <m:sub>
                          <m:r>
                            <a:rPr lang="en-IE" altLang="en-US" sz="2800" b="0" i="1" smtClean="0">
                              <a:solidFill>
                                <a:schemeClr val="bg1"/>
                              </a:solidFill>
                              <a:latin typeface="Cambria Math" panose="02040503050406030204" pitchFamily="18" charset="0"/>
                            </a:rPr>
                            <m:t>𝑟</m:t>
                          </m:r>
                        </m:sub>
                      </m:sSub>
                      <m:r>
                        <a:rPr lang="en-IE" altLang="en-US" sz="2800" b="0" i="1" smtClean="0">
                          <a:solidFill>
                            <a:schemeClr val="bg1"/>
                          </a:solidFill>
                          <a:latin typeface="Cambria Math" panose="02040503050406030204" pitchFamily="18" charset="0"/>
                        </a:rPr>
                        <m:t>,</m:t>
                      </m:r>
                      <m:r>
                        <a:rPr lang="en-IE" altLang="en-US" sz="2800" b="0" i="1" smtClean="0">
                          <a:solidFill>
                            <a:schemeClr val="bg1"/>
                          </a:solidFill>
                          <a:latin typeface="Cambria Math" panose="02040503050406030204" pitchFamily="18" charset="0"/>
                        </a:rPr>
                        <m:t>𝑛</m:t>
                      </m:r>
                      <m:r>
                        <a:rPr lang="en-IE" altLang="en-US" sz="2800" b="0" i="1" smtClean="0">
                          <a:solidFill>
                            <a:schemeClr val="bg1"/>
                          </a:solidFill>
                          <a:latin typeface="Cambria Math" panose="02040503050406030204" pitchFamily="18" charset="0"/>
                        </a:rPr>
                        <m:t>,</m:t>
                      </m:r>
                      <m:r>
                        <a:rPr lang="en-IE" altLang="en-US" sz="2800" b="0" i="1" smtClean="0">
                          <a:solidFill>
                            <a:schemeClr val="bg1"/>
                          </a:solidFill>
                          <a:latin typeface="Cambria Math" panose="02040503050406030204" pitchFamily="18" charset="0"/>
                        </a:rPr>
                        <m:t>𝜎</m:t>
                      </m:r>
                      <m:r>
                        <a:rPr lang="en-IE" altLang="en-US" sz="2800" b="0" i="1" smtClean="0">
                          <a:solidFill>
                            <a:schemeClr val="bg1"/>
                          </a:solidFill>
                          <a:latin typeface="Cambria Math" panose="02040503050406030204" pitchFamily="18" charset="0"/>
                        </a:rPr>
                        <m:t>)</m:t>
                      </m:r>
                    </m:oMath>
                  </a14:m>
                  <a:endParaRPr lang="en-IE" altLang="en-US" sz="2800" dirty="0">
                    <a:solidFill>
                      <a:schemeClr val="bg1"/>
                    </a:solidFill>
                    <a:latin typeface="+mn-lt"/>
                  </a:endParaRPr>
                </a:p>
                <a:p>
                  <a:pPr marL="0" indent="0" algn="just">
                    <a:spcAft>
                      <a:spcPts val="1200"/>
                    </a:spcAft>
                    <a:buClr>
                      <a:schemeClr val="bg1"/>
                    </a:buClr>
                    <a:buSzPct val="150000"/>
                  </a:pPr>
                  <a:endParaRPr lang="en-IE" altLang="en-US" sz="800" dirty="0">
                    <a:solidFill>
                      <a:schemeClr val="bg1"/>
                    </a:solidFill>
                    <a:latin typeface="+mn-lt"/>
                  </a:endParaRPr>
                </a:p>
                <a:p>
                  <a:pPr algn="just">
                    <a:spcAft>
                      <a:spcPts val="1200"/>
                    </a:spcAft>
                    <a:buClr>
                      <a:schemeClr val="bg1"/>
                    </a:buClr>
                    <a:buSzPct val="150000"/>
                    <a:buFont typeface="Wingdings" pitchFamily="2" charset="2"/>
                    <a:buChar char="v"/>
                  </a:pPr>
                  <a14:m>
                    <m:oMath xmlns:m="http://schemas.openxmlformats.org/officeDocument/2006/math">
                      <m:sSub>
                        <m:sSubPr>
                          <m:ctrlPr>
                            <a:rPr lang="en-IE" altLang="en-US" sz="2800" i="1">
                              <a:solidFill>
                                <a:schemeClr val="bg1"/>
                              </a:solidFill>
                              <a:latin typeface="Cambria Math" panose="02040503050406030204" pitchFamily="18" charset="0"/>
                            </a:rPr>
                          </m:ctrlPr>
                        </m:sSubPr>
                        <m:e>
                          <m:r>
                            <a:rPr lang="en-IE" altLang="en-US" sz="2800" i="1">
                              <a:solidFill>
                                <a:schemeClr val="bg1"/>
                              </a:solidFill>
                              <a:latin typeface="Cambria Math" panose="02040503050406030204" pitchFamily="18" charset="0"/>
                            </a:rPr>
                            <m:t>𝐻</m:t>
                          </m:r>
                        </m:e>
                        <m:sub>
                          <m:r>
                            <a:rPr lang="en-IE" altLang="en-US" sz="2800" i="1">
                              <a:solidFill>
                                <a:schemeClr val="bg1"/>
                              </a:solidFill>
                              <a:latin typeface="Cambria Math" panose="02040503050406030204" pitchFamily="18" charset="0"/>
                            </a:rPr>
                            <m:t>𝐺</m:t>
                          </m:r>
                        </m:sub>
                      </m:sSub>
                    </m:oMath>
                  </a14:m>
                  <a:r>
                    <a:rPr lang="en-IE" altLang="en-US" sz="2800" dirty="0">
                      <a:solidFill>
                        <a:schemeClr val="bg1"/>
                      </a:solidFill>
                      <a:latin typeface="+mn-lt"/>
                    </a:rPr>
                    <a:t> is referred to as the </a:t>
                  </a:r>
                  <a:r>
                    <a:rPr lang="en-IE" altLang="en-US" sz="2800" b="1" dirty="0">
                      <a:solidFill>
                        <a:schemeClr val="bg1"/>
                      </a:solidFill>
                      <a:latin typeface="+mn-lt"/>
                    </a:rPr>
                    <a:t>relative visibility histogram</a:t>
                  </a:r>
                </a:p>
              </p:txBody>
            </p:sp>
          </mc:Choice>
          <mc:Fallback>
            <p:sp>
              <p:nvSpPr>
                <p:cNvPr id="103" name="Text Box 2173"/>
                <p:cNvSpPr txBox="1">
                  <a:spLocks noRot="1" noChangeAspect="1" noMove="1" noResize="1" noEditPoints="1" noAdjustHandles="1" noChangeArrowheads="1" noChangeShapeType="1" noTextEdit="1"/>
                </p:cNvSpPr>
                <p:nvPr/>
              </p:nvSpPr>
              <p:spPr bwMode="auto">
                <a:xfrm>
                  <a:off x="15826610" y="23792564"/>
                  <a:ext cx="13209628" cy="9152074"/>
                </a:xfrm>
                <a:prstGeom prst="rect">
                  <a:avLst/>
                </a:prstGeom>
                <a:blipFill>
                  <a:blip r:embed="rId11"/>
                  <a:stretch>
                    <a:fillRect l="-1487" t="-3818" r="-850" b="-1091"/>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GB">
                      <a:noFill/>
                    </a:rPr>
                    <a:t> </a:t>
                  </a:r>
                </a:p>
              </p:txBody>
            </p:sp>
          </mc:Fallback>
        </mc:AlternateContent>
      </p:grpSp>
      <p:sp>
        <p:nvSpPr>
          <p:cNvPr id="106" name="Text Box 2173"/>
          <p:cNvSpPr txBox="1">
            <a:spLocks noChangeArrowheads="1"/>
          </p:cNvSpPr>
          <p:nvPr/>
        </p:nvSpPr>
        <p:spPr bwMode="auto">
          <a:xfrm>
            <a:off x="9017975" y="40351789"/>
            <a:ext cx="8339236" cy="12000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1207" tIns="45604" rIns="91207" bIns="45604">
            <a:spAutoFit/>
          </a:bodyPr>
          <a:lstStyle>
            <a:lvl1pPr marL="457200" indent="-457200" defTabSz="1085850">
              <a:defRPr sz="2400">
                <a:solidFill>
                  <a:schemeClr val="tx1"/>
                </a:solidFill>
                <a:latin typeface="Times New Roman" pitchFamily="18" charset="0"/>
              </a:defRPr>
            </a:lvl1pPr>
            <a:lvl2pPr marL="742950" indent="-285750" defTabSz="1085850">
              <a:defRPr sz="2400">
                <a:solidFill>
                  <a:schemeClr val="tx1"/>
                </a:solidFill>
                <a:latin typeface="Times New Roman" pitchFamily="18" charset="0"/>
              </a:defRPr>
            </a:lvl2pPr>
            <a:lvl3pPr marL="1143000" indent="-228600" defTabSz="1085850">
              <a:defRPr sz="2400">
                <a:solidFill>
                  <a:schemeClr val="tx1"/>
                </a:solidFill>
                <a:latin typeface="Times New Roman" pitchFamily="18" charset="0"/>
              </a:defRPr>
            </a:lvl3pPr>
            <a:lvl4pPr marL="1600200" indent="-228600" defTabSz="1085850">
              <a:defRPr sz="2400">
                <a:solidFill>
                  <a:schemeClr val="tx1"/>
                </a:solidFill>
                <a:latin typeface="Times New Roman" pitchFamily="18" charset="0"/>
              </a:defRPr>
            </a:lvl4pPr>
            <a:lvl5pPr marL="2057400" indent="-228600" defTabSz="1085850">
              <a:defRPr sz="2400">
                <a:solidFill>
                  <a:schemeClr val="tx1"/>
                </a:solidFill>
                <a:latin typeface="Times New Roman" pitchFamily="18" charset="0"/>
              </a:defRPr>
            </a:lvl5pPr>
            <a:lvl6pPr marL="2514600" indent="-228600" defTabSz="1085850" eaLnBrk="0" fontAlgn="base" hangingPunct="0">
              <a:spcBef>
                <a:spcPct val="0"/>
              </a:spcBef>
              <a:spcAft>
                <a:spcPct val="0"/>
              </a:spcAft>
              <a:defRPr sz="2400">
                <a:solidFill>
                  <a:schemeClr val="tx1"/>
                </a:solidFill>
                <a:latin typeface="Times New Roman" pitchFamily="18" charset="0"/>
              </a:defRPr>
            </a:lvl6pPr>
            <a:lvl7pPr marL="2971800" indent="-228600" defTabSz="1085850" eaLnBrk="0" fontAlgn="base" hangingPunct="0">
              <a:spcBef>
                <a:spcPct val="0"/>
              </a:spcBef>
              <a:spcAft>
                <a:spcPct val="0"/>
              </a:spcAft>
              <a:defRPr sz="2400">
                <a:solidFill>
                  <a:schemeClr val="tx1"/>
                </a:solidFill>
                <a:latin typeface="Times New Roman" pitchFamily="18" charset="0"/>
              </a:defRPr>
            </a:lvl7pPr>
            <a:lvl8pPr marL="3429000" indent="-228600" defTabSz="1085850" eaLnBrk="0" fontAlgn="base" hangingPunct="0">
              <a:spcBef>
                <a:spcPct val="0"/>
              </a:spcBef>
              <a:spcAft>
                <a:spcPct val="0"/>
              </a:spcAft>
              <a:defRPr sz="2400">
                <a:solidFill>
                  <a:schemeClr val="tx1"/>
                </a:solidFill>
                <a:latin typeface="Times New Roman" pitchFamily="18" charset="0"/>
              </a:defRPr>
            </a:lvl8pPr>
            <a:lvl9pPr marL="3886200" indent="-228600" defTabSz="1085850" eaLnBrk="0" fontAlgn="base" hangingPunct="0">
              <a:spcBef>
                <a:spcPct val="0"/>
              </a:spcBef>
              <a:spcAft>
                <a:spcPct val="0"/>
              </a:spcAft>
              <a:defRPr sz="2400">
                <a:solidFill>
                  <a:schemeClr val="tx1"/>
                </a:solidFill>
                <a:latin typeface="Times New Roman" pitchFamily="18" charset="0"/>
              </a:defRPr>
            </a:lvl9pPr>
          </a:lstStyle>
          <a:p>
            <a:pPr algn="just">
              <a:spcAft>
                <a:spcPct val="30000"/>
              </a:spcAft>
              <a:buClr>
                <a:schemeClr val="bg1"/>
              </a:buClr>
              <a:buSzPct val="150000"/>
              <a:buFont typeface="Wingdings" pitchFamily="2" charset="2"/>
              <a:buChar char="v"/>
            </a:pPr>
            <a:r>
              <a:rPr lang="en-IE" altLang="en-US" dirty="0">
                <a:solidFill>
                  <a:schemeClr val="tx1">
                    <a:lumMod val="50000"/>
                    <a:lumOff val="50000"/>
                  </a:schemeClr>
                </a:solidFill>
                <a:latin typeface="+mn-lt"/>
              </a:rPr>
              <a:t>This research has been conducted with the financial support of Science Foundation Ireland (SFI) under Grant Number 13/IA/1895.</a:t>
            </a:r>
          </a:p>
        </p:txBody>
      </p:sp>
      <p:grpSp>
        <p:nvGrpSpPr>
          <p:cNvPr id="11" name="Group 10"/>
          <p:cNvGrpSpPr/>
          <p:nvPr/>
        </p:nvGrpSpPr>
        <p:grpSpPr>
          <a:xfrm>
            <a:off x="1000735" y="11021108"/>
            <a:ext cx="13833537" cy="4338484"/>
            <a:chOff x="666379" y="8946878"/>
            <a:chExt cx="13833537" cy="4338484"/>
          </a:xfrm>
        </p:grpSpPr>
        <p:sp>
          <p:nvSpPr>
            <p:cNvPr id="3" name="Rectangle 2"/>
            <p:cNvSpPr/>
            <p:nvPr/>
          </p:nvSpPr>
          <p:spPr>
            <a:xfrm>
              <a:off x="666379" y="8946878"/>
              <a:ext cx="13833537" cy="4338484"/>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E" dirty="0"/>
            </a:p>
          </p:txBody>
        </p:sp>
        <p:grpSp>
          <p:nvGrpSpPr>
            <p:cNvPr id="6" name="Group 5"/>
            <p:cNvGrpSpPr/>
            <p:nvPr/>
          </p:nvGrpSpPr>
          <p:grpSpPr>
            <a:xfrm>
              <a:off x="666379" y="9001448"/>
              <a:ext cx="13216888" cy="4204355"/>
              <a:chOff x="440167" y="9595515"/>
              <a:chExt cx="13245484" cy="4204355"/>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94691" y="9595515"/>
                <a:ext cx="2880000" cy="2880000"/>
              </a:xfrm>
              <a:prstGeom prst="rect">
                <a:avLst/>
              </a:prstGeom>
            </p:spPr>
          </p:pic>
          <p:pic>
            <p:nvPicPr>
              <p:cNvPr id="19" name="Picture 18"/>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7843229" y="9595515"/>
                <a:ext cx="2880000" cy="2880000"/>
              </a:xfrm>
              <a:prstGeom prst="rect">
                <a:avLst/>
              </a:prstGeom>
            </p:spPr>
          </p:pic>
          <p:pic>
            <p:nvPicPr>
              <p:cNvPr id="28" name="Picture 27"/>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10747499" y="9595515"/>
                <a:ext cx="2880000" cy="2880000"/>
              </a:xfrm>
              <a:prstGeom prst="rect">
                <a:avLst/>
              </a:prstGeom>
            </p:spPr>
          </p:pic>
          <p:pic>
            <p:nvPicPr>
              <p:cNvPr id="29" name="Picture 28"/>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3498960" y="9749296"/>
                <a:ext cx="4320000" cy="2572438"/>
              </a:xfrm>
              <a:prstGeom prst="rect">
                <a:avLst/>
              </a:prstGeom>
            </p:spPr>
          </p:pic>
          <p:sp>
            <p:nvSpPr>
              <p:cNvPr id="2" name="TextBox 1"/>
              <p:cNvSpPr txBox="1"/>
              <p:nvPr/>
            </p:nvSpPr>
            <p:spPr>
              <a:xfrm>
                <a:off x="440167" y="12907318"/>
                <a:ext cx="13245484" cy="892552"/>
              </a:xfrm>
              <a:prstGeom prst="rect">
                <a:avLst/>
              </a:prstGeom>
              <a:noFill/>
            </p:spPr>
            <p:txBody>
              <a:bodyPr wrap="square" rtlCol="0">
                <a:spAutoFit/>
              </a:bodyPr>
              <a:lstStyle/>
              <a:p>
                <a:r>
                  <a:rPr lang="en-IE" sz="2600" dirty="0"/>
                  <a:t>(a) Nucleon with a selected region; (b) TF of (a); (c) Blue applied to selected material; (d) opacity of selected material enhanced</a:t>
                </a:r>
              </a:p>
            </p:txBody>
          </p:sp>
          <p:sp>
            <p:nvSpPr>
              <p:cNvPr id="5" name="TextBox 4"/>
              <p:cNvSpPr txBox="1"/>
              <p:nvPr/>
            </p:nvSpPr>
            <p:spPr>
              <a:xfrm>
                <a:off x="1842762" y="12456106"/>
                <a:ext cx="10814510" cy="523220"/>
              </a:xfrm>
              <a:prstGeom prst="rect">
                <a:avLst/>
              </a:prstGeom>
              <a:noFill/>
            </p:spPr>
            <p:txBody>
              <a:bodyPr wrap="square" rtlCol="0">
                <a:spAutoFit/>
              </a:bodyPr>
              <a:lstStyle/>
              <a:p>
                <a:r>
                  <a:rPr lang="en-IE" sz="2800" dirty="0"/>
                  <a:t>(a)                                     (b)                                           (c)                               (d)</a:t>
                </a:r>
              </a:p>
            </p:txBody>
          </p:sp>
        </p:grpSp>
      </p:grpSp>
      <p:grpSp>
        <p:nvGrpSpPr>
          <p:cNvPr id="18" name="Group 17"/>
          <p:cNvGrpSpPr/>
          <p:nvPr/>
        </p:nvGrpSpPr>
        <p:grpSpPr>
          <a:xfrm>
            <a:off x="1038210" y="31765967"/>
            <a:ext cx="14031645" cy="7441590"/>
            <a:chOff x="1010616" y="14266486"/>
            <a:chExt cx="12355591" cy="8034859"/>
          </a:xfrm>
        </p:grpSpPr>
        <p:sp>
          <p:nvSpPr>
            <p:cNvPr id="16" name="Rectangle 15"/>
            <p:cNvSpPr/>
            <p:nvPr/>
          </p:nvSpPr>
          <p:spPr>
            <a:xfrm>
              <a:off x="1010616" y="14266486"/>
              <a:ext cx="12245648" cy="8034859"/>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grpSp>
          <p:nvGrpSpPr>
            <p:cNvPr id="15" name="Group 14"/>
            <p:cNvGrpSpPr/>
            <p:nvPr/>
          </p:nvGrpSpPr>
          <p:grpSpPr>
            <a:xfrm>
              <a:off x="1350244" y="14353018"/>
              <a:ext cx="12015963" cy="7830037"/>
              <a:chOff x="1719657" y="13848962"/>
              <a:chExt cx="12015963" cy="7830037"/>
            </a:xfrm>
          </p:grpSpPr>
          <p:pic>
            <p:nvPicPr>
              <p:cNvPr id="34" name="Picture 33"/>
              <p:cNvPicPr>
                <a:picLocks noChangeAspect="1"/>
              </p:cNvPicPr>
              <p:nvPr/>
            </p:nvPicPr>
            <p:blipFill>
              <a:blip r:embed="rId16">
                <a:extLst>
                  <a:ext uri="{28A0092B-C50C-407E-A947-70E740481C1C}">
                    <a14:useLocalDpi xmlns:a14="http://schemas.microsoft.com/office/drawing/2010/main" val="0"/>
                  </a:ext>
                </a:extLst>
              </a:blip>
              <a:stretch>
                <a:fillRect/>
              </a:stretch>
            </p:blipFill>
            <p:spPr>
              <a:xfrm>
                <a:off x="2042340" y="13937748"/>
                <a:ext cx="4550703" cy="2961335"/>
              </a:xfrm>
              <a:prstGeom prst="rect">
                <a:avLst/>
              </a:prstGeom>
            </p:spPr>
          </p:pic>
          <p:pic>
            <p:nvPicPr>
              <p:cNvPr id="36" name="Picture 35"/>
              <p:cNvPicPr>
                <a:picLocks noChangeAspect="1"/>
              </p:cNvPicPr>
              <p:nvPr/>
            </p:nvPicPr>
            <p:blipFill>
              <a:blip r:embed="rId17">
                <a:extLst>
                  <a:ext uri="{28A0092B-C50C-407E-A947-70E740481C1C}">
                    <a14:useLocalDpi xmlns:a14="http://schemas.microsoft.com/office/drawing/2010/main" val="0"/>
                  </a:ext>
                </a:extLst>
              </a:blip>
              <a:stretch>
                <a:fillRect/>
              </a:stretch>
            </p:blipFill>
            <p:spPr>
              <a:xfrm>
                <a:off x="8494776" y="13939320"/>
                <a:ext cx="4550703" cy="3034756"/>
              </a:xfrm>
              <a:prstGeom prst="rect">
                <a:avLst/>
              </a:prstGeom>
            </p:spPr>
          </p:pic>
          <p:pic>
            <p:nvPicPr>
              <p:cNvPr id="37" name="Picture 36"/>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123170" y="17224423"/>
                <a:ext cx="4543809" cy="2871597"/>
              </a:xfrm>
              <a:prstGeom prst="rect">
                <a:avLst/>
              </a:prstGeom>
            </p:spPr>
          </p:pic>
          <p:pic>
            <p:nvPicPr>
              <p:cNvPr id="38" name="Picture 37"/>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8296822" y="17350730"/>
                <a:ext cx="4543809" cy="2826728"/>
              </a:xfrm>
              <a:prstGeom prst="rect">
                <a:avLst/>
              </a:prstGeom>
            </p:spPr>
          </p:pic>
          <p:sp>
            <p:nvSpPr>
              <p:cNvPr id="12" name="TextBox 11"/>
              <p:cNvSpPr txBox="1"/>
              <p:nvPr/>
            </p:nvSpPr>
            <p:spPr>
              <a:xfrm>
                <a:off x="5845867" y="13848962"/>
                <a:ext cx="7219848" cy="564933"/>
              </a:xfrm>
              <a:prstGeom prst="rect">
                <a:avLst/>
              </a:prstGeom>
              <a:noFill/>
            </p:spPr>
            <p:txBody>
              <a:bodyPr wrap="square" rtlCol="0">
                <a:spAutoFit/>
              </a:bodyPr>
              <a:lstStyle/>
              <a:p>
                <a:r>
                  <a:rPr lang="en-IE" sz="2800" dirty="0"/>
                  <a:t>(a)	                                      (b)</a:t>
                </a:r>
              </a:p>
            </p:txBody>
          </p:sp>
          <p:sp>
            <p:nvSpPr>
              <p:cNvPr id="60" name="TextBox 59"/>
              <p:cNvSpPr txBox="1"/>
              <p:nvPr/>
            </p:nvSpPr>
            <p:spPr>
              <a:xfrm>
                <a:off x="6065595" y="17149388"/>
                <a:ext cx="7504662" cy="564933"/>
              </a:xfrm>
              <a:prstGeom prst="rect">
                <a:avLst/>
              </a:prstGeom>
              <a:noFill/>
            </p:spPr>
            <p:txBody>
              <a:bodyPr wrap="square" rtlCol="0">
                <a:spAutoFit/>
              </a:bodyPr>
              <a:lstStyle/>
              <a:p>
                <a:r>
                  <a:rPr lang="en-IE" sz="2800" dirty="0"/>
                  <a:t>(c)         	                                     (d)</a:t>
                </a:r>
              </a:p>
            </p:txBody>
          </p:sp>
          <p:sp>
            <p:nvSpPr>
              <p:cNvPr id="13" name="TextBox 12"/>
              <p:cNvSpPr txBox="1"/>
              <p:nvPr/>
            </p:nvSpPr>
            <p:spPr>
              <a:xfrm>
                <a:off x="1719657" y="20258896"/>
                <a:ext cx="12015963" cy="1420103"/>
              </a:xfrm>
              <a:prstGeom prst="rect">
                <a:avLst/>
              </a:prstGeom>
              <a:noFill/>
            </p:spPr>
            <p:txBody>
              <a:bodyPr wrap="square" rtlCol="0">
                <a:spAutoFit/>
              </a:bodyPr>
              <a:lstStyle/>
              <a:p>
                <a:r>
                  <a:rPr lang="en-IE" sz="2800" dirty="0"/>
                  <a:t>(a) Global Visibility Histogram of dataset shown above; (b) Local Visibility Histogram of selected region; (c) Relative Visibility Histogram; (d) Relative visibility histogram after smoothing</a:t>
                </a:r>
              </a:p>
            </p:txBody>
          </p:sp>
        </p:grpSp>
      </p:grpSp>
      <p:grpSp>
        <p:nvGrpSpPr>
          <p:cNvPr id="33" name="Group 32"/>
          <p:cNvGrpSpPr/>
          <p:nvPr/>
        </p:nvGrpSpPr>
        <p:grpSpPr>
          <a:xfrm>
            <a:off x="15810085" y="12624317"/>
            <a:ext cx="13638884" cy="4056019"/>
            <a:chOff x="769264" y="30045222"/>
            <a:chExt cx="14822444" cy="4444573"/>
          </a:xfrm>
        </p:grpSpPr>
        <p:sp>
          <p:nvSpPr>
            <p:cNvPr id="32" name="Rectangle 31"/>
            <p:cNvSpPr/>
            <p:nvPr/>
          </p:nvSpPr>
          <p:spPr>
            <a:xfrm>
              <a:off x="769264" y="30045222"/>
              <a:ext cx="14774341" cy="4444573"/>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grpSp>
          <p:nvGrpSpPr>
            <p:cNvPr id="31" name="Group 30"/>
            <p:cNvGrpSpPr/>
            <p:nvPr/>
          </p:nvGrpSpPr>
          <p:grpSpPr>
            <a:xfrm>
              <a:off x="882723" y="30180098"/>
              <a:ext cx="14708985" cy="4209553"/>
              <a:chOff x="882723" y="30180098"/>
              <a:chExt cx="14708985" cy="4209553"/>
            </a:xfrm>
          </p:grpSpPr>
          <p:pic>
            <p:nvPicPr>
              <p:cNvPr id="39" name="Picture 38"/>
              <p:cNvPicPr>
                <a:picLocks noChangeAspect="1"/>
              </p:cNvPicPr>
              <p:nvPr/>
            </p:nvPicPr>
            <p:blipFill>
              <a:blip r:embed="rId20" cstate="print">
                <a:extLst>
                  <a:ext uri="{28A0092B-C50C-407E-A947-70E740481C1C}">
                    <a14:useLocalDpi xmlns:a14="http://schemas.microsoft.com/office/drawing/2010/main" val="0"/>
                  </a:ext>
                </a:extLst>
              </a:blip>
              <a:stretch>
                <a:fillRect/>
              </a:stretch>
            </p:blipFill>
            <p:spPr>
              <a:xfrm>
                <a:off x="882723" y="30180098"/>
                <a:ext cx="2880000" cy="2880000"/>
              </a:xfrm>
              <a:prstGeom prst="rect">
                <a:avLst/>
              </a:prstGeom>
            </p:spPr>
          </p:pic>
          <p:pic>
            <p:nvPicPr>
              <p:cNvPr id="40" name="Picture 39"/>
              <p:cNvPicPr>
                <a:picLocks noChangeAspect="1"/>
              </p:cNvPicPr>
              <p:nvPr/>
            </p:nvPicPr>
            <p:blipFill>
              <a:blip r:embed="rId21" cstate="print">
                <a:extLst>
                  <a:ext uri="{28A0092B-C50C-407E-A947-70E740481C1C}">
                    <a14:useLocalDpi xmlns:a14="http://schemas.microsoft.com/office/drawing/2010/main" val="0"/>
                  </a:ext>
                </a:extLst>
              </a:blip>
              <a:stretch>
                <a:fillRect/>
              </a:stretch>
            </p:blipFill>
            <p:spPr>
              <a:xfrm>
                <a:off x="3796521" y="30333879"/>
                <a:ext cx="4320000" cy="2572438"/>
              </a:xfrm>
              <a:prstGeom prst="rect">
                <a:avLst/>
              </a:prstGeom>
            </p:spPr>
          </p:pic>
          <p:pic>
            <p:nvPicPr>
              <p:cNvPr id="41" name="Picture 40"/>
              <p:cNvPicPr>
                <a:picLocks noChangeAspect="1"/>
              </p:cNvPicPr>
              <p:nvPr/>
            </p:nvPicPr>
            <p:blipFill>
              <a:blip r:embed="rId22" cstate="print">
                <a:extLst>
                  <a:ext uri="{28A0092B-C50C-407E-A947-70E740481C1C}">
                    <a14:useLocalDpi xmlns:a14="http://schemas.microsoft.com/office/drawing/2010/main" val="0"/>
                  </a:ext>
                </a:extLst>
              </a:blip>
              <a:stretch>
                <a:fillRect/>
              </a:stretch>
            </p:blipFill>
            <p:spPr>
              <a:xfrm>
                <a:off x="8155211" y="30180098"/>
                <a:ext cx="2880000" cy="2880000"/>
              </a:xfrm>
              <a:prstGeom prst="rect">
                <a:avLst/>
              </a:prstGeom>
            </p:spPr>
          </p:pic>
          <p:pic>
            <p:nvPicPr>
              <p:cNvPr id="44" name="Picture 43"/>
              <p:cNvPicPr>
                <a:picLocks noChangeAspect="1"/>
              </p:cNvPicPr>
              <p:nvPr/>
            </p:nvPicPr>
            <p:blipFill>
              <a:blip r:embed="rId23" cstate="print">
                <a:extLst>
                  <a:ext uri="{28A0092B-C50C-407E-A947-70E740481C1C}">
                    <a14:useLocalDpi xmlns:a14="http://schemas.microsoft.com/office/drawing/2010/main" val="0"/>
                  </a:ext>
                </a:extLst>
              </a:blip>
              <a:stretch>
                <a:fillRect/>
              </a:stretch>
            </p:blipFill>
            <p:spPr>
              <a:xfrm>
                <a:off x="11108019" y="30333879"/>
                <a:ext cx="4320000" cy="2572438"/>
              </a:xfrm>
              <a:prstGeom prst="rect">
                <a:avLst/>
              </a:prstGeom>
            </p:spPr>
          </p:pic>
          <p:sp>
            <p:nvSpPr>
              <p:cNvPr id="20" name="TextBox 19"/>
              <p:cNvSpPr txBox="1"/>
              <p:nvPr/>
            </p:nvSpPr>
            <p:spPr>
              <a:xfrm>
                <a:off x="954410" y="33411595"/>
                <a:ext cx="14637298" cy="978056"/>
              </a:xfrm>
              <a:prstGeom prst="rect">
                <a:avLst/>
              </a:prstGeom>
              <a:noFill/>
            </p:spPr>
            <p:txBody>
              <a:bodyPr wrap="square" rtlCol="0">
                <a:spAutoFit/>
              </a:bodyPr>
              <a:lstStyle/>
              <a:p>
                <a:r>
                  <a:rPr lang="en-IE" sz="2600" dirty="0"/>
                  <a:t>Left: Blue applied to selected region of above TF and opacity enhanced; Right: Yellow applied and opacity enhanced. The modified TF is shown for each case alongside the rendering</a:t>
                </a:r>
              </a:p>
            </p:txBody>
          </p:sp>
        </p:grpSp>
      </p:grpSp>
      <p:grpSp>
        <p:nvGrpSpPr>
          <p:cNvPr id="58" name="Group 57"/>
          <p:cNvGrpSpPr/>
          <p:nvPr/>
        </p:nvGrpSpPr>
        <p:grpSpPr>
          <a:xfrm>
            <a:off x="15835685" y="16855009"/>
            <a:ext cx="13596579" cy="3741477"/>
            <a:chOff x="15024401" y="15355590"/>
            <a:chExt cx="14776790" cy="3776840"/>
          </a:xfrm>
        </p:grpSpPr>
        <p:sp>
          <p:nvSpPr>
            <p:cNvPr id="56" name="Rectangle 55"/>
            <p:cNvSpPr/>
            <p:nvPr/>
          </p:nvSpPr>
          <p:spPr>
            <a:xfrm>
              <a:off x="15024401" y="15355590"/>
              <a:ext cx="14776790" cy="377684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grpSp>
          <p:nvGrpSpPr>
            <p:cNvPr id="55" name="Group 54"/>
            <p:cNvGrpSpPr/>
            <p:nvPr/>
          </p:nvGrpSpPr>
          <p:grpSpPr>
            <a:xfrm>
              <a:off x="15140307" y="15509074"/>
              <a:ext cx="14472808" cy="3438822"/>
              <a:chOff x="15140307" y="15509074"/>
              <a:chExt cx="14472808" cy="3438822"/>
            </a:xfrm>
          </p:grpSpPr>
          <p:pic>
            <p:nvPicPr>
              <p:cNvPr id="45" name="Picture 44"/>
              <p:cNvPicPr>
                <a:picLocks noChangeAspect="1"/>
              </p:cNvPicPr>
              <p:nvPr/>
            </p:nvPicPr>
            <p:blipFill>
              <a:blip r:embed="rId24" cstate="print">
                <a:extLst>
                  <a:ext uri="{28A0092B-C50C-407E-A947-70E740481C1C}">
                    <a14:useLocalDpi xmlns:a14="http://schemas.microsoft.com/office/drawing/2010/main" val="0"/>
                  </a:ext>
                </a:extLst>
              </a:blip>
              <a:stretch>
                <a:fillRect/>
              </a:stretch>
            </p:blipFill>
            <p:spPr>
              <a:xfrm>
                <a:off x="15140307" y="15509074"/>
                <a:ext cx="2880000" cy="2880000"/>
              </a:xfrm>
              <a:prstGeom prst="rect">
                <a:avLst/>
              </a:prstGeom>
            </p:spPr>
          </p:pic>
          <p:pic>
            <p:nvPicPr>
              <p:cNvPr id="46" name="Picture 45"/>
              <p:cNvPicPr>
                <a:picLocks noChangeAspect="1"/>
              </p:cNvPicPr>
              <p:nvPr/>
            </p:nvPicPr>
            <p:blipFill>
              <a:blip r:embed="rId25" cstate="print">
                <a:extLst>
                  <a:ext uri="{28A0092B-C50C-407E-A947-70E740481C1C}">
                    <a14:useLocalDpi xmlns:a14="http://schemas.microsoft.com/office/drawing/2010/main" val="0"/>
                  </a:ext>
                </a:extLst>
              </a:blip>
              <a:stretch>
                <a:fillRect/>
              </a:stretch>
            </p:blipFill>
            <p:spPr>
              <a:xfrm>
                <a:off x="18044576" y="15662855"/>
                <a:ext cx="4320000" cy="2572438"/>
              </a:xfrm>
              <a:prstGeom prst="rect">
                <a:avLst/>
              </a:prstGeom>
            </p:spPr>
          </p:pic>
          <p:pic>
            <p:nvPicPr>
              <p:cNvPr id="47" name="Picture 46"/>
              <p:cNvPicPr>
                <a:picLocks noChangeAspect="1"/>
              </p:cNvPicPr>
              <p:nvPr/>
            </p:nvPicPr>
            <p:blipFill>
              <a:blip r:embed="rId26" cstate="print">
                <a:extLst>
                  <a:ext uri="{28A0092B-C50C-407E-A947-70E740481C1C}">
                    <a14:useLocalDpi xmlns:a14="http://schemas.microsoft.com/office/drawing/2010/main" val="0"/>
                  </a:ext>
                </a:extLst>
              </a:blip>
              <a:stretch>
                <a:fillRect/>
              </a:stretch>
            </p:blipFill>
            <p:spPr>
              <a:xfrm>
                <a:off x="22388845" y="15509074"/>
                <a:ext cx="2880000" cy="2880000"/>
              </a:xfrm>
              <a:prstGeom prst="rect">
                <a:avLst/>
              </a:prstGeom>
            </p:spPr>
          </p:pic>
          <p:pic>
            <p:nvPicPr>
              <p:cNvPr id="48" name="Picture 47"/>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25293115" y="15662855"/>
                <a:ext cx="4320000" cy="2572438"/>
              </a:xfrm>
              <a:prstGeom prst="rect">
                <a:avLst/>
              </a:prstGeom>
            </p:spPr>
          </p:pic>
          <p:sp>
            <p:nvSpPr>
              <p:cNvPr id="35" name="TextBox 34"/>
              <p:cNvSpPr txBox="1"/>
              <p:nvPr/>
            </p:nvSpPr>
            <p:spPr>
              <a:xfrm>
                <a:off x="15235346" y="18450799"/>
                <a:ext cx="14306998" cy="497097"/>
              </a:xfrm>
              <a:prstGeom prst="rect">
                <a:avLst/>
              </a:prstGeom>
              <a:noFill/>
            </p:spPr>
            <p:txBody>
              <a:bodyPr wrap="none" rtlCol="0">
                <a:spAutoFit/>
              </a:bodyPr>
              <a:lstStyle/>
              <a:p>
                <a:r>
                  <a:rPr lang="en-IE" sz="2600" dirty="0"/>
                  <a:t>Left: CT-Knee dataset and basic TF; Right: Blue applied and opacity enhanced for selected region</a:t>
                </a:r>
              </a:p>
            </p:txBody>
          </p:sp>
        </p:grpSp>
      </p:grpSp>
      <p:grpSp>
        <p:nvGrpSpPr>
          <p:cNvPr id="65" name="Group 64"/>
          <p:cNvGrpSpPr/>
          <p:nvPr/>
        </p:nvGrpSpPr>
        <p:grpSpPr>
          <a:xfrm>
            <a:off x="15841294" y="20769233"/>
            <a:ext cx="13607675" cy="7193821"/>
            <a:chOff x="15841294" y="19656380"/>
            <a:chExt cx="13607675" cy="7193821"/>
          </a:xfrm>
        </p:grpSpPr>
        <p:sp>
          <p:nvSpPr>
            <p:cNvPr id="63" name="Rectangle 62"/>
            <p:cNvSpPr/>
            <p:nvPr/>
          </p:nvSpPr>
          <p:spPr>
            <a:xfrm>
              <a:off x="15841294" y="19656380"/>
              <a:ext cx="13607675" cy="719382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IE"/>
            </a:p>
          </p:txBody>
        </p:sp>
        <p:grpSp>
          <p:nvGrpSpPr>
            <p:cNvPr id="62" name="Group 61"/>
            <p:cNvGrpSpPr/>
            <p:nvPr/>
          </p:nvGrpSpPr>
          <p:grpSpPr>
            <a:xfrm>
              <a:off x="15970317" y="19748398"/>
              <a:ext cx="13139222" cy="6786435"/>
              <a:chOff x="15970317" y="19748398"/>
              <a:chExt cx="13139222" cy="6786435"/>
            </a:xfrm>
          </p:grpSpPr>
          <p:pic>
            <p:nvPicPr>
              <p:cNvPr id="49" name="Picture 48"/>
              <p:cNvPicPr>
                <a:picLocks noChangeAspect="1"/>
              </p:cNvPicPr>
              <p:nvPr/>
            </p:nvPicPr>
            <p:blipFill>
              <a:blip r:embed="rId28" cstate="print">
                <a:extLst>
                  <a:ext uri="{28A0092B-C50C-407E-A947-70E740481C1C}">
                    <a14:useLocalDpi xmlns:a14="http://schemas.microsoft.com/office/drawing/2010/main" val="0"/>
                  </a:ext>
                </a:extLst>
              </a:blip>
              <a:stretch>
                <a:fillRect/>
              </a:stretch>
            </p:blipFill>
            <p:spPr>
              <a:xfrm>
                <a:off x="16796091" y="19748398"/>
                <a:ext cx="2880000" cy="2880000"/>
              </a:xfrm>
              <a:prstGeom prst="rect">
                <a:avLst/>
              </a:prstGeom>
            </p:spPr>
          </p:pic>
          <p:pic>
            <p:nvPicPr>
              <p:cNvPr id="50" name="Picture 49"/>
              <p:cNvPicPr>
                <a:picLocks noChangeAspect="1"/>
              </p:cNvPicPr>
              <p:nvPr/>
            </p:nvPicPr>
            <p:blipFill>
              <a:blip r:embed="rId29" cstate="print">
                <a:extLst>
                  <a:ext uri="{28A0092B-C50C-407E-A947-70E740481C1C}">
                    <a14:useLocalDpi xmlns:a14="http://schemas.microsoft.com/office/drawing/2010/main" val="0"/>
                  </a:ext>
                </a:extLst>
              </a:blip>
              <a:stretch>
                <a:fillRect/>
              </a:stretch>
            </p:blipFill>
            <p:spPr>
              <a:xfrm>
                <a:off x="21152464" y="19748398"/>
                <a:ext cx="2880000" cy="2880000"/>
              </a:xfrm>
              <a:prstGeom prst="rect">
                <a:avLst/>
              </a:prstGeom>
            </p:spPr>
          </p:pic>
          <p:pic>
            <p:nvPicPr>
              <p:cNvPr id="51" name="Picture 50"/>
              <p:cNvPicPr>
                <a:picLocks noChangeAspect="1"/>
              </p:cNvPicPr>
              <p:nvPr/>
            </p:nvPicPr>
            <p:blipFill>
              <a:blip r:embed="rId30" cstate="print">
                <a:extLst>
                  <a:ext uri="{28A0092B-C50C-407E-A947-70E740481C1C}">
                    <a14:useLocalDpi xmlns:a14="http://schemas.microsoft.com/office/drawing/2010/main" val="0"/>
                  </a:ext>
                </a:extLst>
              </a:blip>
              <a:stretch>
                <a:fillRect/>
              </a:stretch>
            </p:blipFill>
            <p:spPr>
              <a:xfrm>
                <a:off x="25508837" y="19748398"/>
                <a:ext cx="2880000" cy="2880000"/>
              </a:xfrm>
              <a:prstGeom prst="rect">
                <a:avLst/>
              </a:prstGeom>
            </p:spPr>
          </p:pic>
          <p:pic>
            <p:nvPicPr>
              <p:cNvPr id="52" name="Picture 51"/>
              <p:cNvPicPr>
                <a:picLocks noChangeAspect="1"/>
              </p:cNvPicPr>
              <p:nvPr/>
            </p:nvPicPr>
            <p:blipFill>
              <a:blip r:embed="rId31" cstate="print">
                <a:extLst>
                  <a:ext uri="{28A0092B-C50C-407E-A947-70E740481C1C}">
                    <a14:useLocalDpi xmlns:a14="http://schemas.microsoft.com/office/drawing/2010/main" val="0"/>
                  </a:ext>
                </a:extLst>
              </a:blip>
              <a:stretch>
                <a:fillRect/>
              </a:stretch>
            </p:blipFill>
            <p:spPr>
              <a:xfrm>
                <a:off x="16076091" y="22662525"/>
                <a:ext cx="4320000" cy="2572438"/>
              </a:xfrm>
              <a:prstGeom prst="rect">
                <a:avLst/>
              </a:prstGeom>
            </p:spPr>
          </p:pic>
          <p:pic>
            <p:nvPicPr>
              <p:cNvPr id="53" name="Picture 52"/>
              <p:cNvPicPr>
                <a:picLocks noChangeAspect="1"/>
              </p:cNvPicPr>
              <p:nvPr/>
            </p:nvPicPr>
            <p:blipFill>
              <a:blip r:embed="rId32" cstate="print">
                <a:extLst>
                  <a:ext uri="{28A0092B-C50C-407E-A947-70E740481C1C}">
                    <a14:useLocalDpi xmlns:a14="http://schemas.microsoft.com/office/drawing/2010/main" val="0"/>
                  </a:ext>
                </a:extLst>
              </a:blip>
              <a:stretch>
                <a:fillRect/>
              </a:stretch>
            </p:blipFill>
            <p:spPr>
              <a:xfrm>
                <a:off x="20432464" y="22662525"/>
                <a:ext cx="4320000" cy="2572438"/>
              </a:xfrm>
              <a:prstGeom prst="rect">
                <a:avLst/>
              </a:prstGeom>
            </p:spPr>
          </p:pic>
          <p:pic>
            <p:nvPicPr>
              <p:cNvPr id="54" name="Picture 53"/>
              <p:cNvPicPr>
                <a:picLocks noChangeAspect="1"/>
              </p:cNvPicPr>
              <p:nvPr/>
            </p:nvPicPr>
            <p:blipFill>
              <a:blip r:embed="rId33" cstate="print">
                <a:extLst>
                  <a:ext uri="{28A0092B-C50C-407E-A947-70E740481C1C}">
                    <a14:useLocalDpi xmlns:a14="http://schemas.microsoft.com/office/drawing/2010/main" val="0"/>
                  </a:ext>
                </a:extLst>
              </a:blip>
              <a:stretch>
                <a:fillRect/>
              </a:stretch>
            </p:blipFill>
            <p:spPr>
              <a:xfrm>
                <a:off x="24788837" y="22662525"/>
                <a:ext cx="4320000" cy="2572438"/>
              </a:xfrm>
              <a:prstGeom prst="rect">
                <a:avLst/>
              </a:prstGeom>
            </p:spPr>
          </p:pic>
          <p:sp>
            <p:nvSpPr>
              <p:cNvPr id="59" name="TextBox 58"/>
              <p:cNvSpPr txBox="1"/>
              <p:nvPr/>
            </p:nvSpPr>
            <p:spPr>
              <a:xfrm>
                <a:off x="18031987" y="25220686"/>
                <a:ext cx="9316333" cy="523220"/>
              </a:xfrm>
              <a:prstGeom prst="rect">
                <a:avLst/>
              </a:prstGeom>
              <a:noFill/>
            </p:spPr>
            <p:txBody>
              <a:bodyPr wrap="none" rtlCol="0">
                <a:spAutoFit/>
              </a:bodyPr>
              <a:lstStyle/>
              <a:p>
                <a:r>
                  <a:rPr lang="en-IE" sz="2800" dirty="0"/>
                  <a:t>(a)	(b)	   (c)</a:t>
                </a:r>
              </a:p>
            </p:txBody>
          </p:sp>
          <p:sp>
            <p:nvSpPr>
              <p:cNvPr id="61" name="TextBox 60"/>
              <p:cNvSpPr txBox="1"/>
              <p:nvPr/>
            </p:nvSpPr>
            <p:spPr>
              <a:xfrm>
                <a:off x="15970317" y="25580726"/>
                <a:ext cx="13139222" cy="954107"/>
              </a:xfrm>
              <a:prstGeom prst="rect">
                <a:avLst/>
              </a:prstGeom>
              <a:noFill/>
            </p:spPr>
            <p:txBody>
              <a:bodyPr wrap="square" rtlCol="0">
                <a:spAutoFit/>
              </a:bodyPr>
              <a:lstStyle/>
              <a:p>
                <a:r>
                  <a:rPr lang="en-IE" sz="2800" dirty="0"/>
                  <a:t>(a)Turbulent vortex dataset and initial TF; (b)Blue applied to selected material and opacity enhanced; (c) Yellow applied and opacity enhanced.</a:t>
                </a:r>
              </a:p>
            </p:txBody>
          </p:sp>
        </p:grpSp>
      </p:grpSp>
    </p:spTree>
    <p:extLst>
      <p:ext uri="{BB962C8B-B14F-4D97-AF65-F5344CB8AC3E}">
        <p14:creationId xmlns:p14="http://schemas.microsoft.com/office/powerpoint/2010/main" val="5417194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11766</TotalTime>
  <Words>1186</Words>
  <Application>Microsoft Office PowerPoint</Application>
  <PresentationFormat>Custom</PresentationFormat>
  <Paragraphs>53</Paragraphs>
  <Slides>1</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vt:i4>
      </vt:variant>
    </vt:vector>
  </HeadingPairs>
  <TitlesOfParts>
    <vt:vector size="7" baseType="lpstr">
      <vt:lpstr>Arial</vt:lpstr>
      <vt:lpstr>Calibri</vt:lpstr>
      <vt:lpstr>Cambria Math</vt:lpstr>
      <vt:lpstr>Times New Roman</vt:lpstr>
      <vt:lpstr>Wingdings</vt:lpstr>
      <vt:lpstr>Office Theme</vt:lpstr>
      <vt:lpstr>PowerPoint Presentation</vt:lpstr>
    </vt:vector>
  </TitlesOfParts>
  <Company>GV2</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John Dingliana</dc:creator>
  <cp:lastModifiedBy>John Dingliana</cp:lastModifiedBy>
  <cp:revision>144</cp:revision>
  <cp:lastPrinted>2017-09-21T20:01:47Z</cp:lastPrinted>
  <dcterms:created xsi:type="dcterms:W3CDTF">2015-06-24T08:37:10Z</dcterms:created>
  <dcterms:modified xsi:type="dcterms:W3CDTF">2017-09-21T20:02:35Z</dcterms:modified>
</cp:coreProperties>
</file>